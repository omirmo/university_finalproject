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19" r:id="rId1"/>
  </p:sldMasterIdLst>
  <p:notesMasterIdLst>
    <p:notesMasterId r:id="rId10"/>
  </p:notesMasterIdLst>
  <p:sldIdLst>
    <p:sldId id="257" r:id="rId2"/>
    <p:sldId id="263" r:id="rId3"/>
    <p:sldId id="258" r:id="rId4"/>
    <p:sldId id="264" r:id="rId5"/>
    <p:sldId id="259" r:id="rId6"/>
    <p:sldId id="260" r:id="rId7"/>
    <p:sldId id="261" r:id="rId8"/>
    <p:sldId id="262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3" d="100"/>
          <a:sy n="73" d="100"/>
        </p:scale>
        <p:origin x="91" y="125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D41A32B-4159-4969-A31D-85EF492DACFA}" type="datetimeFigureOut">
              <a:rPr lang="en-GB" smtClean="0"/>
              <a:t>18/10/2026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B58B8ED-6AAC-44F7-8914-74B74794D5B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3098813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6" name="Google Shape;96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7" name="Google Shape;97;p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E172DF-AB3B-FF38-E3F7-13B5216DE63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FF8D0BB-D00B-A82E-1065-EA5CCC8411B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826BE3D-55B1-1637-137E-A14C0678EA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5164D4-6244-461E-86B8-0564CCBE105E}" type="datetimeFigureOut">
              <a:rPr lang="en-GB" smtClean="0"/>
              <a:t>18/10/2026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6A6219D-CFDA-6DC8-137F-4F38A8267E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758B6C2-67F1-14FE-76DF-804690416A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183FFC-CF20-42B3-B030-38CF89C61CB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4352181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167A6B-57B2-D81F-CA42-635108E1BD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E077CD-8CD5-F2B0-AD0B-F004C65BF1D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1576D63-E65E-F9AA-2405-1A3588363A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5164D4-6244-461E-86B8-0564CCBE105E}" type="datetimeFigureOut">
              <a:rPr lang="en-GB" smtClean="0"/>
              <a:t>18/10/2026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15B45CC-7117-A9E4-FF7B-B9989AA118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7123B4C-BBFB-54F0-0CE0-0A7EDC5C3E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183FFC-CF20-42B3-B030-38CF89C61CB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1479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0BE471-DB4A-F838-25B1-9D54B3160A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5809F53-05BB-735C-688A-4A989301367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6F40C96-5AFA-45BD-0763-C4FDE8ACBE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5164D4-6244-461E-86B8-0564CCBE105E}" type="datetimeFigureOut">
              <a:rPr lang="en-GB" smtClean="0"/>
              <a:t>18/10/2026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0991B0F-81D9-359B-BAE1-164C01598A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9FEE697-1C97-C63A-D35F-7E199381A7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183FFC-CF20-42B3-B030-38CF89C61CB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593450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75DFF7-BCD5-E717-5E50-F8150EB4AE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BEA8BF-691F-2F91-DE14-775FB39A7E2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9165AE7-A42E-0D2B-0FEA-8ABFC893625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1A9D822-1FEA-CA33-C066-C6921D83D9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5164D4-6244-461E-86B8-0564CCBE105E}" type="datetimeFigureOut">
              <a:rPr lang="en-GB" smtClean="0"/>
              <a:t>18/10/2026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FEDF7A1-1081-5388-12F6-C1D5C14CE1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ED11C3C-4DB2-AF77-F7C6-17FA80CF11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183FFC-CF20-42B3-B030-38CF89C61CB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612559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6A7B7E-12E1-2507-B86A-5BF1B34BB0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A4B2DA6-E5C8-6516-5022-6228AAC8763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B19055B-716F-0632-B8AC-E3DAF457F58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64773DC-0920-7F6E-5FB8-27E07134AE3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011AEEF-FA42-27B8-4464-7D617E79818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9B1D710-18C8-4B3E-75D7-BAD4E68563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5164D4-6244-461E-86B8-0564CCBE105E}" type="datetimeFigureOut">
              <a:rPr lang="en-GB" smtClean="0"/>
              <a:t>18/10/2026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82087C6-50CB-A5F8-3522-5D781C4579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17877BF-197E-55C0-A330-E23D7589A7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183FFC-CF20-42B3-B030-38CF89C61CB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8542612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A5D361-8EDE-97F6-8F4B-C1F55D11FD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B49886A-6991-F271-4ABD-5F150024DD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5164D4-6244-461E-86B8-0564CCBE105E}" type="datetimeFigureOut">
              <a:rPr lang="en-GB" smtClean="0"/>
              <a:t>18/10/2026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6E18AC4-9E0A-8D76-A230-9306F27014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037DC1E-1B52-503D-FE34-93409D41D9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183FFC-CF20-42B3-B030-38CF89C61CB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9457945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499039D-93B7-1408-AD5B-79A2642DBB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5164D4-6244-461E-86B8-0564CCBE105E}" type="datetimeFigureOut">
              <a:rPr lang="en-GB" smtClean="0"/>
              <a:t>18/10/2026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3F50AD7-3743-5573-69F5-A041E1006A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BAB68CB-7442-84AF-5B05-C0FEF14842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183FFC-CF20-42B3-B030-38CF89C61CB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4485880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A2E370-249C-00D2-A248-D4AD569373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F7D7C3-D2A8-CE75-4D1A-9FDA3235AF1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53F6AD2-0207-253E-C74B-71B0218A50D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A363706-7416-6F1B-778A-40078C41FD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5164D4-6244-461E-86B8-0564CCBE105E}" type="datetimeFigureOut">
              <a:rPr lang="en-GB" smtClean="0"/>
              <a:t>18/10/2026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A448F09-D60D-0E40-5525-E17DD71F17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642CB73-0FC9-F272-3601-4EF40A1B06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183FFC-CF20-42B3-B030-38CF89C61CB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7958434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1D5F23-0DE5-E6B2-B28C-573A2660D4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B78AA7A-AE26-1A17-FC25-802162AFBEF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31195A4-0960-8E0E-1727-80BB2AE8AC5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DC04DA3-D67C-9A3C-7F26-C739E7DC3E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5164D4-6244-461E-86B8-0564CCBE105E}" type="datetimeFigureOut">
              <a:rPr lang="en-GB" smtClean="0"/>
              <a:t>18/10/2026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F5AFAF6-5178-46D0-B348-536829F635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628FBFC-1DA6-7F31-C501-901644A3FE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183FFC-CF20-42B3-B030-38CF89C61CB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2091501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18EA9C-1B4F-9B36-E902-F0048FB879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0C6CAD2-4986-D70F-590A-5BA40B532A0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0A9A6B5-1B47-273F-292D-D636E19BE7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5164D4-6244-461E-86B8-0564CCBE105E}" type="datetimeFigureOut">
              <a:rPr lang="en-GB" smtClean="0"/>
              <a:t>18/10/2026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B99940D-53CE-4070-C69C-163EEA6089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D5E16FA-CD06-8721-E6D5-301CF3C80E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183FFC-CF20-42B3-B030-38CF89C61CB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3208499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4D0CB69-C5C4-DFC1-D5D0-2B99D89D5B6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930E9B4-F999-B8ED-3577-CCBD77BD49C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CE3CE9-0B24-8159-C53B-B14808DAA9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5164D4-6244-461E-86B8-0564CCBE105E}" type="datetimeFigureOut">
              <a:rPr lang="en-GB" smtClean="0"/>
              <a:t>18/10/2026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774680-A876-7A82-1B70-D220AC65EE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3FE9BA2-61C1-F324-53F3-5EF711613C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183FFC-CF20-42B3-B030-38CF89C61CB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9852120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B1BD158-62C5-25DF-AB34-B3FBB3B0C1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4B178BA-80C2-D758-53BA-53BD82C0648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2291689-BBE4-E537-CAF8-271D2BFE91D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A5164D4-6244-461E-86B8-0564CCBE105E}" type="datetimeFigureOut">
              <a:rPr lang="en-GB" smtClean="0"/>
              <a:t>18/10/2026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973335-9EA1-B6D6-E20C-8A55A71573F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D54B51-9BC6-7BFE-C39D-15ABDFB861C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8183FFC-CF20-42B3-B030-38CF89C61CB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164494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0" r:id="rId1"/>
    <p:sldLayoutId id="2147483721" r:id="rId2"/>
    <p:sldLayoutId id="2147483722" r:id="rId3"/>
    <p:sldLayoutId id="2147483723" r:id="rId4"/>
    <p:sldLayoutId id="2147483724" r:id="rId5"/>
    <p:sldLayoutId id="2147483725" r:id="rId6"/>
    <p:sldLayoutId id="2147483726" r:id="rId7"/>
    <p:sldLayoutId id="2147483727" r:id="rId8"/>
    <p:sldLayoutId id="2147483728" r:id="rId9"/>
    <p:sldLayoutId id="2147483729" r:id="rId10"/>
    <p:sldLayoutId id="2147483730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2"/>
          <p:cNvSpPr/>
          <p:nvPr/>
        </p:nvSpPr>
        <p:spPr>
          <a:xfrm>
            <a:off x="-1" y="0"/>
            <a:ext cx="12188952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00" name="Google Shape;100;p2" descr="1,821,795 Tree Sunlight Nature Stock Photos - Free &amp; Royalty-Free Stock  Photos from Dreamstime"/>
          <p:cNvPicPr preferRelativeResize="0"/>
          <p:nvPr/>
        </p:nvPicPr>
        <p:blipFill rotWithShape="1">
          <a:blip r:embed="rId3">
            <a:alphaModFix/>
          </a:blip>
          <a:srcRect l="2677" r="3205" b="-1"/>
          <a:stretch/>
        </p:blipFill>
        <p:spPr>
          <a:xfrm>
            <a:off x="1" y="10"/>
            <a:ext cx="9669642" cy="6857990"/>
          </a:xfrm>
          <a:prstGeom prst="rect">
            <a:avLst/>
          </a:prstGeom>
          <a:noFill/>
          <a:ln>
            <a:noFill/>
          </a:ln>
        </p:spPr>
      </p:pic>
      <p:sp>
        <p:nvSpPr>
          <p:cNvPr id="101" name="Google Shape;101;p2"/>
          <p:cNvSpPr/>
          <p:nvPr/>
        </p:nvSpPr>
        <p:spPr>
          <a:xfrm>
            <a:off x="-51758" y="0"/>
            <a:ext cx="12188951" cy="6858001"/>
          </a:xfrm>
          <a:prstGeom prst="rect">
            <a:avLst/>
          </a:prstGeom>
          <a:solidFill>
            <a:srgbClr val="FFFFFF">
              <a:alpha val="6000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2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2" name="Google Shape;102;p2"/>
          <p:cNvSpPr/>
          <p:nvPr/>
        </p:nvSpPr>
        <p:spPr>
          <a:xfrm flipH="1">
            <a:off x="5125019" y="0"/>
            <a:ext cx="7066978" cy="6858000"/>
          </a:xfrm>
          <a:prstGeom prst="rect">
            <a:avLst/>
          </a:prstGeom>
          <a:gradFill>
            <a:gsLst>
              <a:gs pos="0">
                <a:srgbClr val="FFFFFF">
                  <a:alpha val="0"/>
                </a:srgbClr>
              </a:gs>
              <a:gs pos="19000">
                <a:srgbClr val="FFFFFF">
                  <a:alpha val="37647"/>
                </a:srgbClr>
              </a:gs>
              <a:gs pos="35000">
                <a:srgbClr val="FFFFFF">
                  <a:alpha val="76862"/>
                </a:srgbClr>
              </a:gs>
              <a:gs pos="48000">
                <a:schemeClr val="lt1"/>
              </a:gs>
              <a:gs pos="100000">
                <a:schemeClr val="lt1"/>
              </a:gs>
            </a:gsLst>
            <a:lin ang="108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3" name="Google Shape;103;p2"/>
          <p:cNvSpPr/>
          <p:nvPr/>
        </p:nvSpPr>
        <p:spPr>
          <a:xfrm>
            <a:off x="3338286" y="162875"/>
            <a:ext cx="8739664" cy="14917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marR="0" lvl="0" indent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he-IL" sz="5400" b="1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</a:t>
            </a:r>
            <a:r>
              <a:rPr lang="en-US" sz="5400" b="1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 Grave Matters</a:t>
            </a:r>
            <a:endParaRPr sz="54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2"/>
          <p:cNvSpPr/>
          <p:nvPr/>
        </p:nvSpPr>
        <p:spPr>
          <a:xfrm>
            <a:off x="864158" y="1242204"/>
            <a:ext cx="11265549" cy="5303397"/>
          </a:xfrm>
          <a:prstGeom prst="roundRect">
            <a:avLst>
              <a:gd name="adj" fmla="val 16667"/>
            </a:avLst>
          </a:prstGeom>
          <a:solidFill>
            <a:srgbClr val="FFFFFF">
              <a:alpha val="24705"/>
            </a:srgbClr>
          </a:solidFill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marR="0" lvl="0" indent="0" algn="r" rt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40"/>
              <a:buFont typeface="Arial"/>
              <a:buChar char="•"/>
            </a:pPr>
            <a:r>
              <a:rPr lang="en-US" sz="204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Catchphrase: all grieve no work</a:t>
            </a:r>
            <a:endParaRPr dirty="0"/>
          </a:p>
          <a:p>
            <a:pPr marL="0" marR="0" lvl="0" indent="0" algn="r" rtl="1">
              <a:lnSpc>
                <a:spcPct val="80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2040"/>
              <a:buFont typeface="Arial"/>
              <a:buChar char="•"/>
            </a:pPr>
            <a:r>
              <a:rPr lang="en-US" sz="2040" b="1" i="0" u="none" strike="noStrike" cap="none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הגדרת</a:t>
            </a:r>
            <a:r>
              <a:rPr lang="en-US" sz="2040" b="1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040" b="1" i="0" u="none" strike="noStrike" cap="none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העסק</a:t>
            </a:r>
            <a:r>
              <a:rPr lang="en-US" sz="2040" b="1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 </a:t>
            </a:r>
            <a:r>
              <a:rPr lang="en-US" sz="204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Marketplace concentrator </a:t>
            </a:r>
            <a:br>
              <a:rPr lang="en-US" sz="204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2040" b="0" i="0" u="none" strike="noStrike" cap="none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מטרת</a:t>
            </a:r>
            <a:r>
              <a:rPr lang="en-US" sz="204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040" b="0" i="0" u="none" strike="noStrike" cap="none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העסק</a:t>
            </a:r>
            <a:r>
              <a:rPr lang="en-US" sz="204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040" b="0" i="0" u="none" strike="noStrike" cap="none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היא</a:t>
            </a:r>
            <a:r>
              <a:rPr lang="en-US" sz="204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040" b="0" i="0" u="none" strike="noStrike" cap="none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להקל</a:t>
            </a:r>
            <a:r>
              <a:rPr lang="en-US" sz="204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040" b="0" i="0" u="none" strike="noStrike" cap="none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על</a:t>
            </a:r>
            <a:r>
              <a:rPr lang="en-US" sz="204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040" b="0" i="0" u="none" strike="noStrike" cap="none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אנשים</a:t>
            </a:r>
            <a:r>
              <a:rPr lang="en-US" sz="204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040" b="0" i="0" u="none" strike="noStrike" cap="none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בעת</a:t>
            </a:r>
            <a:r>
              <a:rPr lang="en-US" sz="204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040" b="0" i="0" u="none" strike="noStrike" cap="none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מקר</a:t>
            </a:r>
            <a:r>
              <a:rPr lang="en-US" sz="204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 </a:t>
            </a:r>
            <a:r>
              <a:rPr lang="en-US" sz="2040" b="0" i="0" u="none" strike="noStrike" cap="none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באמצעות</a:t>
            </a:r>
            <a:r>
              <a:rPr lang="en-US" sz="204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040" b="0" i="0" u="none" strike="noStrike" cap="none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אתר</a:t>
            </a:r>
            <a:r>
              <a:rPr lang="en-US" sz="204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040" b="0" i="0" u="none" strike="noStrike" cap="none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המרכז</a:t>
            </a:r>
            <a:r>
              <a:rPr lang="en-US" sz="204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040" b="0" i="0" u="none" strike="noStrike" cap="none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את</a:t>
            </a:r>
            <a:r>
              <a:rPr lang="en-US" sz="204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040" b="0" i="0" u="none" strike="noStrike" cap="none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המשימות</a:t>
            </a:r>
            <a:r>
              <a:rPr lang="en-US" sz="204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040" b="0" i="0" u="none" strike="noStrike" cap="none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הבירוקרטיות</a:t>
            </a:r>
            <a:r>
              <a:rPr lang="en-US" sz="204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040" b="0" i="0" u="none" strike="noStrike" cap="none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שנדרש</a:t>
            </a:r>
            <a:r>
              <a:rPr lang="en-US" sz="204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040" b="0" i="0" u="none" strike="noStrike" cap="none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לבצע</a:t>
            </a:r>
            <a:r>
              <a:rPr lang="en-US" sz="204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he-IL" sz="204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בעת אובדן </a:t>
            </a:r>
            <a:r>
              <a:rPr lang="en-US" sz="2040" b="0" i="0" u="none" strike="noStrike" cap="none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ואת</a:t>
            </a:r>
            <a:r>
              <a:rPr lang="en-US" sz="204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040" b="0" i="0" u="none" strike="noStrike" cap="none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מגוון</a:t>
            </a:r>
            <a:r>
              <a:rPr lang="en-US" sz="204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040" b="0" i="0" u="none" strike="noStrike" cap="none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השירותים</a:t>
            </a:r>
            <a:r>
              <a:rPr lang="en-US" sz="204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040" b="0" i="0" u="none" strike="noStrike" cap="none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האפשריים</a:t>
            </a:r>
            <a:r>
              <a:rPr lang="en-US" sz="204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040" b="0" i="0" u="none" strike="noStrike" cap="none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הנהוגים</a:t>
            </a:r>
            <a:r>
              <a:rPr lang="en-US" sz="204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040" b="0" i="0" u="none" strike="noStrike" cap="none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במקרים</a:t>
            </a:r>
            <a:r>
              <a:rPr lang="en-US" sz="204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040" b="0" i="0" u="none" strike="noStrike" cap="none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אלו</a:t>
            </a:r>
            <a:r>
              <a:rPr lang="en-US" sz="204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 </a:t>
            </a:r>
            <a:r>
              <a:rPr lang="en-US" sz="2040" b="0" i="0" u="none" strike="noStrike" cap="none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תוך</a:t>
            </a:r>
            <a:r>
              <a:rPr lang="en-US" sz="204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040" b="0" i="0" u="none" strike="noStrike" cap="none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כדי</a:t>
            </a:r>
            <a:r>
              <a:rPr lang="en-US" sz="204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040" b="0" i="0" u="none" strike="noStrike" cap="none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התאמה</a:t>
            </a:r>
            <a:r>
              <a:rPr lang="en-US" sz="204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040" b="0" i="0" u="none" strike="noStrike" cap="none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אישית</a:t>
            </a:r>
            <a:r>
              <a:rPr lang="en-US" sz="204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040" b="0" i="0" u="none" strike="noStrike" cap="none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לאמונתו</a:t>
            </a:r>
            <a:r>
              <a:rPr lang="en-US" sz="204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040" b="0" i="0" u="none" strike="noStrike" cap="none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רצונו</a:t>
            </a:r>
            <a:r>
              <a:rPr lang="en-US" sz="204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he-IL" sz="204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ותקציבו </a:t>
            </a:r>
            <a:r>
              <a:rPr lang="en-US" sz="2040" b="0" i="0" u="none" strike="noStrike" cap="none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של</a:t>
            </a:r>
            <a:r>
              <a:rPr lang="en-US" sz="204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040" b="0" i="0" u="none" strike="noStrike" cap="none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המשתמש</a:t>
            </a:r>
            <a:r>
              <a:rPr lang="en-US" sz="204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lang="he-IL" sz="204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r" rtl="1">
              <a:lnSpc>
                <a:spcPct val="80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2040"/>
              <a:buFont typeface="Arial"/>
              <a:buChar char="•"/>
            </a:pPr>
            <a:r>
              <a:rPr lang="he-IL" sz="2040" dirty="0">
                <a:solidFill>
                  <a:schemeClr val="dk1"/>
                </a:solidFill>
                <a:latin typeface="Calibri"/>
                <a:cs typeface="Calibri"/>
                <a:sym typeface="Calibri"/>
              </a:rPr>
              <a:t>מנוע המלצה עפ טופס ראשוני שהלקוח מילא והתאמה חזקה יותר תוך כדי מעבר בין פריטים </a:t>
            </a:r>
          </a:p>
          <a:p>
            <a:pPr marL="0" marR="0" lvl="0" indent="0" algn="r" rtl="1">
              <a:lnSpc>
                <a:spcPct val="80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2040"/>
              <a:buFont typeface="Arial"/>
              <a:buChar char="•"/>
            </a:pPr>
            <a:r>
              <a:rPr lang="he-IL" sz="2040" dirty="0">
                <a:solidFill>
                  <a:schemeClr val="dk1"/>
                </a:solidFill>
                <a:latin typeface="Calibri"/>
                <a:cs typeface="Calibri"/>
                <a:sym typeface="Calibri"/>
              </a:rPr>
              <a:t>עם  צאט המלווה את הלקוח תוך כדי הפרוצדורה עם הצעות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30B5ED-BFF3-B8EB-EEA4-63483AF303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 rtl="1"/>
            <a:r>
              <a:rPr lang="en-GB" dirty="0" err="1"/>
              <a:t>מנוע</a:t>
            </a:r>
            <a:r>
              <a:rPr lang="en-GB" dirty="0"/>
              <a:t> </a:t>
            </a:r>
            <a:r>
              <a:rPr lang="en-GB" dirty="0" err="1"/>
              <a:t>ההמלצה</a:t>
            </a:r>
            <a:r>
              <a:rPr lang="en-GB" dirty="0"/>
              <a:t> </a:t>
            </a:r>
            <a:r>
              <a:rPr lang="en-GB" dirty="0" err="1"/>
              <a:t>וצ'אטבוט</a:t>
            </a:r>
            <a:r>
              <a:rPr lang="en-GB" dirty="0"/>
              <a:t> </a:t>
            </a:r>
            <a:r>
              <a:rPr lang="en-GB" dirty="0" err="1"/>
              <a:t>מלווה</a:t>
            </a:r>
            <a:r>
              <a:rPr lang="en-GB" dirty="0"/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8091D2-EAE5-A8CA-D2C0-E2849D24BBB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algn="r" rtl="1"/>
            <a:r>
              <a:rPr lang="en-GB" b="1" dirty="0" err="1"/>
              <a:t>פרסונליזציה</a:t>
            </a:r>
            <a:r>
              <a:rPr lang="en-GB" b="1" dirty="0"/>
              <a:t> </a:t>
            </a:r>
            <a:r>
              <a:rPr lang="en-GB" b="1" dirty="0" err="1"/>
              <a:t>מבוססת</a:t>
            </a:r>
            <a:r>
              <a:rPr lang="en-GB" b="1" dirty="0"/>
              <a:t> </a:t>
            </a:r>
            <a:r>
              <a:rPr lang="en-GB" b="1" dirty="0" err="1"/>
              <a:t>תוכן</a:t>
            </a:r>
            <a:r>
              <a:rPr lang="en-GB" b="1" dirty="0"/>
              <a:t> </a:t>
            </a:r>
            <a:r>
              <a:rPr lang="en-GB" b="1" dirty="0" err="1"/>
              <a:t>וסינון</a:t>
            </a:r>
            <a:r>
              <a:rPr lang="en-GB" b="1" dirty="0"/>
              <a:t> </a:t>
            </a:r>
            <a:r>
              <a:rPr lang="en-GB" b="1" dirty="0" err="1"/>
              <a:t>שיתופי</a:t>
            </a:r>
            <a:r>
              <a:rPr lang="en-GB" b="1" dirty="0"/>
              <a:t>:</a:t>
            </a:r>
            <a:r>
              <a:rPr lang="en-GB" dirty="0"/>
              <a:t> </a:t>
            </a:r>
            <a:r>
              <a:rPr lang="en-GB" dirty="0" err="1"/>
              <a:t>מנוע</a:t>
            </a:r>
            <a:r>
              <a:rPr lang="en-GB" dirty="0"/>
              <a:t> </a:t>
            </a:r>
            <a:r>
              <a:rPr lang="en-GB" dirty="0" err="1"/>
              <a:t>ההמלצה</a:t>
            </a:r>
            <a:r>
              <a:rPr lang="en-GB" dirty="0"/>
              <a:t> </a:t>
            </a:r>
            <a:r>
              <a:rPr lang="en-GB" dirty="0" err="1"/>
              <a:t>יתבסס</a:t>
            </a:r>
            <a:r>
              <a:rPr lang="en-GB" dirty="0"/>
              <a:t> </a:t>
            </a:r>
            <a:r>
              <a:rPr lang="en-GB" dirty="0" err="1"/>
              <a:t>בשלב</a:t>
            </a:r>
            <a:r>
              <a:rPr lang="en-GB" dirty="0"/>
              <a:t> </a:t>
            </a:r>
            <a:r>
              <a:rPr lang="en-GB" dirty="0" err="1"/>
              <a:t>הראשון</a:t>
            </a:r>
            <a:r>
              <a:rPr lang="en-GB" dirty="0"/>
              <a:t> </a:t>
            </a:r>
            <a:r>
              <a:rPr lang="en-GB" dirty="0" err="1"/>
              <a:t>על</a:t>
            </a:r>
            <a:r>
              <a:rPr lang="en-GB" dirty="0"/>
              <a:t> </a:t>
            </a:r>
            <a:r>
              <a:rPr lang="en-GB" dirty="0" err="1"/>
              <a:t>טופס</a:t>
            </a:r>
            <a:r>
              <a:rPr lang="en-GB" dirty="0"/>
              <a:t> </a:t>
            </a:r>
            <a:r>
              <a:rPr lang="en-GB" dirty="0" err="1"/>
              <a:t>ראשוני</a:t>
            </a:r>
            <a:r>
              <a:rPr lang="en-GB" dirty="0"/>
              <a:t> </a:t>
            </a:r>
            <a:r>
              <a:rPr lang="en-GB" dirty="0" err="1"/>
              <a:t>שהלקוח</a:t>
            </a:r>
            <a:r>
              <a:rPr lang="en-GB" dirty="0"/>
              <a:t> </a:t>
            </a:r>
            <a:r>
              <a:rPr lang="en-GB" dirty="0" err="1"/>
              <a:t>ימלא</a:t>
            </a:r>
            <a:r>
              <a:rPr lang="he-IL" dirty="0"/>
              <a:t>, </a:t>
            </a:r>
            <a:r>
              <a:rPr lang="en-GB" dirty="0" err="1"/>
              <a:t>למשל</a:t>
            </a:r>
            <a:r>
              <a:rPr lang="en-GB" dirty="0"/>
              <a:t>: </a:t>
            </a:r>
            <a:r>
              <a:rPr lang="en-GB" dirty="0" err="1"/>
              <a:t>דת</a:t>
            </a:r>
            <a:r>
              <a:rPr lang="en-GB" dirty="0"/>
              <a:t>, </a:t>
            </a:r>
            <a:r>
              <a:rPr lang="en-GB" dirty="0" err="1"/>
              <a:t>תקציב</a:t>
            </a:r>
            <a:r>
              <a:rPr lang="en-GB" dirty="0"/>
              <a:t>, </a:t>
            </a:r>
            <a:r>
              <a:rPr lang="en-GB" dirty="0" err="1"/>
              <a:t>אזור</a:t>
            </a:r>
            <a:r>
              <a:rPr lang="en-GB" dirty="0"/>
              <a:t> </a:t>
            </a:r>
            <a:r>
              <a:rPr lang="en-GB" dirty="0" err="1"/>
              <a:t>גיאוגרפי</a:t>
            </a:r>
            <a:endParaRPr lang="en-GB" dirty="0"/>
          </a:p>
          <a:p>
            <a:pPr lvl="0" algn="r" rtl="1"/>
            <a:r>
              <a:rPr lang="en-GB" b="1" dirty="0" err="1"/>
              <a:t>למידה</a:t>
            </a:r>
            <a:r>
              <a:rPr lang="en-GB" b="1" dirty="0"/>
              <a:t> </a:t>
            </a:r>
            <a:r>
              <a:rPr lang="en-GB" b="1" dirty="0" err="1"/>
              <a:t>דינמית</a:t>
            </a:r>
            <a:r>
              <a:rPr lang="en-GB" b="1" dirty="0"/>
              <a:t>:</a:t>
            </a:r>
            <a:r>
              <a:rPr lang="en-GB" dirty="0"/>
              <a:t> </a:t>
            </a:r>
            <a:r>
              <a:rPr lang="en-GB" dirty="0" err="1"/>
              <a:t>המערכת</a:t>
            </a:r>
            <a:r>
              <a:rPr lang="en-GB" dirty="0"/>
              <a:t> </a:t>
            </a:r>
            <a:r>
              <a:rPr lang="en-GB" dirty="0" err="1"/>
              <a:t>תבצע</a:t>
            </a:r>
            <a:r>
              <a:rPr lang="en-GB" dirty="0"/>
              <a:t> </a:t>
            </a:r>
            <a:r>
              <a:rPr lang="en-GB" dirty="0" err="1"/>
              <a:t>התאמה</a:t>
            </a:r>
            <a:r>
              <a:rPr lang="en-GB" dirty="0"/>
              <a:t> </a:t>
            </a:r>
            <a:r>
              <a:rPr lang="en-GB" dirty="0" err="1"/>
              <a:t>חזקה</a:t>
            </a:r>
            <a:r>
              <a:rPr lang="en-GB" dirty="0"/>
              <a:t> </a:t>
            </a:r>
            <a:r>
              <a:rPr lang="en-GB" dirty="0" err="1"/>
              <a:t>ומדויקת</a:t>
            </a:r>
            <a:r>
              <a:rPr lang="en-GB" dirty="0"/>
              <a:t> </a:t>
            </a:r>
            <a:r>
              <a:rPr lang="en-GB" dirty="0" err="1"/>
              <a:t>יותר</a:t>
            </a:r>
            <a:r>
              <a:rPr lang="en-GB" dirty="0"/>
              <a:t> </a:t>
            </a:r>
            <a:r>
              <a:rPr lang="en-GB" dirty="0" err="1"/>
              <a:t>של</a:t>
            </a:r>
            <a:r>
              <a:rPr lang="en-GB" dirty="0"/>
              <a:t> </a:t>
            </a:r>
            <a:r>
              <a:rPr lang="en-GB" dirty="0" err="1"/>
              <a:t>ההמלצות</a:t>
            </a:r>
            <a:r>
              <a:rPr lang="en-GB" dirty="0"/>
              <a:t> </a:t>
            </a:r>
            <a:r>
              <a:rPr lang="en-GB" dirty="0" err="1"/>
              <a:t>תוך</a:t>
            </a:r>
            <a:r>
              <a:rPr lang="en-GB" dirty="0"/>
              <a:t> </a:t>
            </a:r>
            <a:r>
              <a:rPr lang="en-GB" dirty="0" err="1"/>
              <a:t>כדי</a:t>
            </a:r>
            <a:r>
              <a:rPr lang="en-GB" dirty="0"/>
              <a:t> </a:t>
            </a:r>
            <a:r>
              <a:rPr lang="en-GB" dirty="0" err="1"/>
              <a:t>ניתוח</a:t>
            </a:r>
            <a:r>
              <a:rPr lang="en-GB" dirty="0"/>
              <a:t> </a:t>
            </a:r>
            <a:r>
              <a:rPr lang="en-GB" dirty="0" err="1"/>
              <a:t>המעבר</a:t>
            </a:r>
            <a:r>
              <a:rPr lang="en-GB" dirty="0"/>
              <a:t> </a:t>
            </a:r>
            <a:r>
              <a:rPr lang="en-GB" dirty="0" err="1"/>
              <a:t>של</a:t>
            </a:r>
            <a:r>
              <a:rPr lang="en-GB" dirty="0"/>
              <a:t> </a:t>
            </a:r>
            <a:r>
              <a:rPr lang="en-GB" dirty="0" err="1"/>
              <a:t>הלקוח</a:t>
            </a:r>
            <a:r>
              <a:rPr lang="en-GB" dirty="0"/>
              <a:t> </a:t>
            </a:r>
            <a:r>
              <a:rPr lang="en-GB" dirty="0" err="1"/>
              <a:t>בין</a:t>
            </a:r>
            <a:r>
              <a:rPr lang="en-GB" dirty="0"/>
              <a:t> </a:t>
            </a:r>
            <a:r>
              <a:rPr lang="en-GB" dirty="0" err="1"/>
              <a:t>פריטים</a:t>
            </a:r>
            <a:r>
              <a:rPr lang="en-GB" dirty="0"/>
              <a:t> </a:t>
            </a:r>
            <a:r>
              <a:rPr lang="en-GB" dirty="0" err="1"/>
              <a:t>באתר</a:t>
            </a:r>
            <a:r>
              <a:rPr lang="he-IL" dirty="0"/>
              <a:t>.</a:t>
            </a:r>
            <a:endParaRPr lang="en-GB" dirty="0"/>
          </a:p>
          <a:p>
            <a:pPr lvl="0" algn="r" rtl="1"/>
            <a:r>
              <a:rPr lang="en-GB" b="1" dirty="0" err="1"/>
              <a:t>סיוע</a:t>
            </a:r>
            <a:r>
              <a:rPr lang="en-GB" b="1" dirty="0"/>
              <a:t> </a:t>
            </a:r>
            <a:r>
              <a:rPr lang="en-GB" b="1" dirty="0" err="1"/>
              <a:t>מבוסס</a:t>
            </a:r>
            <a:r>
              <a:rPr lang="he-IL" b="1" dirty="0"/>
              <a:t> </a:t>
            </a:r>
            <a:r>
              <a:rPr lang="en-GB" b="1" dirty="0"/>
              <a:t>AI</a:t>
            </a:r>
            <a:r>
              <a:rPr lang="he-IL" b="1" dirty="0"/>
              <a:t>: </a:t>
            </a:r>
            <a:r>
              <a:rPr lang="en-GB" dirty="0" err="1"/>
              <a:t>שילוב</a:t>
            </a:r>
            <a:r>
              <a:rPr lang="en-GB" dirty="0"/>
              <a:t> </a:t>
            </a:r>
            <a:r>
              <a:rPr lang="en-GB" dirty="0" err="1"/>
              <a:t>של</a:t>
            </a:r>
            <a:r>
              <a:rPr lang="en-GB" dirty="0"/>
              <a:t> </a:t>
            </a:r>
            <a:r>
              <a:rPr lang="en-GB" dirty="0" err="1"/>
              <a:t>צ'אט</a:t>
            </a:r>
            <a:r>
              <a:rPr lang="en-GB" dirty="0"/>
              <a:t> </a:t>
            </a:r>
            <a:r>
              <a:rPr lang="en-GB" dirty="0" err="1"/>
              <a:t>שילווה</a:t>
            </a:r>
            <a:r>
              <a:rPr lang="en-GB" dirty="0"/>
              <a:t> </a:t>
            </a:r>
            <a:r>
              <a:rPr lang="en-GB" dirty="0" err="1"/>
              <a:t>את</a:t>
            </a:r>
            <a:r>
              <a:rPr lang="en-GB" dirty="0"/>
              <a:t> </a:t>
            </a:r>
            <a:r>
              <a:rPr lang="en-GB" dirty="0" err="1"/>
              <a:t>הלקוח</a:t>
            </a:r>
            <a:r>
              <a:rPr lang="en-GB" dirty="0"/>
              <a:t> </a:t>
            </a:r>
            <a:r>
              <a:rPr lang="en-GB" dirty="0" err="1"/>
              <a:t>לאורך</a:t>
            </a:r>
            <a:r>
              <a:rPr lang="en-GB" dirty="0"/>
              <a:t> </a:t>
            </a:r>
            <a:r>
              <a:rPr lang="en-GB" dirty="0" err="1"/>
              <a:t>כל</a:t>
            </a:r>
            <a:r>
              <a:rPr lang="en-GB" dirty="0"/>
              <a:t> </a:t>
            </a:r>
            <a:r>
              <a:rPr lang="en-GB" dirty="0" err="1"/>
              <a:t>הפרוצדורה</a:t>
            </a:r>
            <a:r>
              <a:rPr lang="en-GB" dirty="0"/>
              <a:t> </a:t>
            </a:r>
            <a:r>
              <a:rPr lang="en-GB" dirty="0" err="1"/>
              <a:t>הבירוקרטית</a:t>
            </a:r>
            <a:r>
              <a:rPr lang="en-GB" dirty="0"/>
              <a:t> </a:t>
            </a:r>
            <a:r>
              <a:rPr lang="en-GB" dirty="0" err="1"/>
              <a:t>והצרכנית</a:t>
            </a:r>
            <a:r>
              <a:rPr lang="en-GB" dirty="0"/>
              <a:t>, </a:t>
            </a:r>
            <a:r>
              <a:rPr lang="en-GB" dirty="0" err="1"/>
              <a:t>ויציע</a:t>
            </a:r>
            <a:r>
              <a:rPr lang="en-GB" dirty="0"/>
              <a:t> </a:t>
            </a:r>
            <a:r>
              <a:rPr lang="en-GB" dirty="0" err="1"/>
              <a:t>לו</a:t>
            </a:r>
            <a:r>
              <a:rPr lang="en-GB" dirty="0"/>
              <a:t> </a:t>
            </a:r>
            <a:r>
              <a:rPr lang="en-GB" dirty="0" err="1"/>
              <a:t>הצעות</a:t>
            </a:r>
            <a:r>
              <a:rPr lang="en-GB" dirty="0"/>
              <a:t> </a:t>
            </a:r>
            <a:r>
              <a:rPr lang="en-GB" dirty="0" err="1"/>
              <a:t>מותאמות</a:t>
            </a:r>
            <a:r>
              <a:rPr lang="en-GB" dirty="0"/>
              <a:t> </a:t>
            </a:r>
            <a:r>
              <a:rPr lang="en-GB" dirty="0" err="1"/>
              <a:t>אישית</a:t>
            </a:r>
            <a:r>
              <a:rPr lang="en-GB" dirty="0"/>
              <a:t> </a:t>
            </a:r>
            <a:r>
              <a:rPr lang="en-GB" dirty="0" err="1"/>
              <a:t>בזמן</a:t>
            </a:r>
            <a:r>
              <a:rPr lang="en-GB" dirty="0"/>
              <a:t> </a:t>
            </a:r>
            <a:r>
              <a:rPr lang="en-GB" dirty="0" err="1"/>
              <a:t>אמת</a:t>
            </a:r>
            <a:r>
              <a:rPr lang="en-GB" dirty="0"/>
              <a:t>. </a:t>
            </a:r>
          </a:p>
          <a:p>
            <a:pPr algn="r" rtl="1"/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35888640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10000"/>
            <a:lumOff val="9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4B6A74-CB13-E7A1-E01E-0BEC617260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 rtl="1"/>
            <a:r>
              <a:rPr lang="he-IL" dirty="0">
                <a:cs typeface="+mn-cs"/>
              </a:rPr>
              <a:t>2. מעבר דירות - </a:t>
            </a:r>
            <a:r>
              <a:rPr lang="en-GB" dirty="0" err="1">
                <a:cs typeface="+mn-cs"/>
              </a:rPr>
              <a:t>תיאור</a:t>
            </a:r>
            <a:r>
              <a:rPr lang="en-GB" dirty="0">
                <a:cs typeface="+mn-cs"/>
              </a:rPr>
              <a:t> </a:t>
            </a:r>
            <a:r>
              <a:rPr lang="en-GB" dirty="0" err="1">
                <a:cs typeface="+mn-cs"/>
              </a:rPr>
              <a:t>המערכת</a:t>
            </a:r>
            <a:r>
              <a:rPr lang="en-GB" dirty="0">
                <a:cs typeface="+mn-cs"/>
              </a:rPr>
              <a:t> </a:t>
            </a:r>
            <a:r>
              <a:rPr lang="en-GB" dirty="0" err="1">
                <a:cs typeface="+mn-cs"/>
              </a:rPr>
              <a:t>והצורך</a:t>
            </a:r>
            <a:r>
              <a:rPr lang="en-GB" dirty="0">
                <a:cs typeface="+mn-cs"/>
              </a:rPr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0C5228-3574-18D7-F2A6-408BB404E5C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algn="r" rtl="1"/>
            <a:r>
              <a:rPr lang="en-GB" b="1" dirty="0" err="1"/>
              <a:t>הבעיה</a:t>
            </a:r>
            <a:r>
              <a:rPr lang="en-GB" b="1" dirty="0"/>
              <a:t>:</a:t>
            </a:r>
            <a:r>
              <a:rPr lang="en-GB" dirty="0"/>
              <a:t> </a:t>
            </a:r>
            <a:r>
              <a:rPr lang="en-GB" dirty="0" err="1"/>
              <a:t>חיפוש</a:t>
            </a:r>
            <a:r>
              <a:rPr lang="en-GB" dirty="0"/>
              <a:t> </a:t>
            </a:r>
            <a:r>
              <a:rPr lang="en-GB" dirty="0" err="1"/>
              <a:t>בעל</a:t>
            </a:r>
            <a:r>
              <a:rPr lang="en-GB" dirty="0"/>
              <a:t> </a:t>
            </a:r>
            <a:r>
              <a:rPr lang="en-GB" dirty="0" err="1"/>
              <a:t>מקצוע</a:t>
            </a:r>
            <a:r>
              <a:rPr lang="he-IL" dirty="0"/>
              <a:t>. </a:t>
            </a:r>
            <a:r>
              <a:rPr lang="en-GB" dirty="0" err="1"/>
              <a:t>הפעלת</a:t>
            </a:r>
            <a:r>
              <a:rPr lang="en-GB" dirty="0"/>
              <a:t> </a:t>
            </a:r>
            <a:r>
              <a:rPr lang="en-GB" dirty="0" err="1"/>
              <a:t>מסננים</a:t>
            </a:r>
            <a:r>
              <a:rPr lang="en-GB" dirty="0"/>
              <a:t> </a:t>
            </a:r>
            <a:r>
              <a:rPr lang="en-GB" dirty="0" err="1"/>
              <a:t>וקריאת</a:t>
            </a:r>
            <a:r>
              <a:rPr lang="en-GB" dirty="0"/>
              <a:t> </a:t>
            </a:r>
            <a:r>
              <a:rPr lang="en-GB" dirty="0" err="1"/>
              <a:t>חוות</a:t>
            </a:r>
            <a:r>
              <a:rPr lang="en-GB" dirty="0"/>
              <a:t> </a:t>
            </a:r>
            <a:r>
              <a:rPr lang="en-GB" dirty="0" err="1"/>
              <a:t>דעת</a:t>
            </a:r>
            <a:r>
              <a:rPr lang="en-GB" dirty="0"/>
              <a:t> </a:t>
            </a:r>
            <a:r>
              <a:rPr lang="en-GB" dirty="0" err="1"/>
              <a:t>רבות</a:t>
            </a:r>
            <a:r>
              <a:rPr lang="en-GB" dirty="0"/>
              <a:t> </a:t>
            </a:r>
            <a:r>
              <a:rPr lang="en-GB" dirty="0" err="1"/>
              <a:t>כדי</a:t>
            </a:r>
            <a:r>
              <a:rPr lang="en-GB" dirty="0"/>
              <a:t> </a:t>
            </a:r>
            <a:r>
              <a:rPr lang="en-GB" dirty="0" err="1"/>
              <a:t>להבין</a:t>
            </a:r>
            <a:r>
              <a:rPr lang="en-GB" dirty="0"/>
              <a:t> </a:t>
            </a:r>
            <a:r>
              <a:rPr lang="en-GB" dirty="0" err="1"/>
              <a:t>מי</a:t>
            </a:r>
            <a:r>
              <a:rPr lang="en-GB" dirty="0"/>
              <a:t> </a:t>
            </a:r>
            <a:r>
              <a:rPr lang="en-GB" dirty="0" err="1"/>
              <a:t>באמת</a:t>
            </a:r>
            <a:r>
              <a:rPr lang="en-GB" dirty="0"/>
              <a:t> </a:t>
            </a:r>
            <a:r>
              <a:rPr lang="en-GB" dirty="0" err="1"/>
              <a:t>מתאים</a:t>
            </a:r>
            <a:r>
              <a:rPr lang="en-GB" dirty="0"/>
              <a:t> </a:t>
            </a:r>
            <a:r>
              <a:rPr lang="en-GB" dirty="0" err="1"/>
              <a:t>לבעיה</a:t>
            </a:r>
            <a:r>
              <a:rPr lang="en-GB" dirty="0"/>
              <a:t> </a:t>
            </a:r>
            <a:r>
              <a:rPr lang="en-GB" dirty="0" err="1"/>
              <a:t>ספציפי</a:t>
            </a:r>
            <a:r>
              <a:rPr lang="he-IL" dirty="0"/>
              <a:t>ת לוקח זמן.</a:t>
            </a:r>
            <a:endParaRPr lang="en-GB" dirty="0"/>
          </a:p>
          <a:p>
            <a:pPr lvl="0" algn="r" rtl="1"/>
            <a:r>
              <a:rPr lang="en-GB" b="1" dirty="0" err="1"/>
              <a:t>הפתרון</a:t>
            </a:r>
            <a:r>
              <a:rPr lang="en-GB" b="1" dirty="0"/>
              <a:t>:</a:t>
            </a:r>
            <a:r>
              <a:rPr lang="en-GB" dirty="0"/>
              <a:t> </a:t>
            </a:r>
            <a:r>
              <a:rPr lang="en-GB" dirty="0" err="1"/>
              <a:t>סוכן</a:t>
            </a:r>
            <a:r>
              <a:rPr lang="en-GB" dirty="0"/>
              <a:t> </a:t>
            </a:r>
            <a:r>
              <a:rPr lang="en-GB" dirty="0" err="1"/>
              <a:t>שיחתי</a:t>
            </a:r>
            <a:r>
              <a:rPr lang="en-GB" dirty="0"/>
              <a:t> </a:t>
            </a:r>
            <a:r>
              <a:rPr lang="en-GB" dirty="0" err="1"/>
              <a:t>שמתשאל</a:t>
            </a:r>
            <a:r>
              <a:rPr lang="en-GB" dirty="0"/>
              <a:t> </a:t>
            </a:r>
            <a:r>
              <a:rPr lang="en-GB" dirty="0" err="1"/>
              <a:t>את</a:t>
            </a:r>
            <a:r>
              <a:rPr lang="en-GB" dirty="0"/>
              <a:t> </a:t>
            </a:r>
            <a:r>
              <a:rPr lang="en-GB" dirty="0" err="1"/>
              <a:t>המשתמש</a:t>
            </a:r>
            <a:r>
              <a:rPr lang="en-GB" dirty="0"/>
              <a:t> </a:t>
            </a:r>
            <a:r>
              <a:rPr lang="en-GB" dirty="0" err="1"/>
              <a:t>בשפה</a:t>
            </a:r>
            <a:r>
              <a:rPr lang="en-GB" dirty="0"/>
              <a:t> </a:t>
            </a:r>
            <a:r>
              <a:rPr lang="en-GB" dirty="0" err="1"/>
              <a:t>טבעית</a:t>
            </a:r>
            <a:r>
              <a:rPr lang="en-GB" dirty="0"/>
              <a:t> </a:t>
            </a:r>
            <a:r>
              <a:rPr lang="en-GB" dirty="0" err="1"/>
              <a:t>לגבי</a:t>
            </a:r>
            <a:r>
              <a:rPr lang="en-GB" dirty="0"/>
              <a:t> </a:t>
            </a:r>
            <a:r>
              <a:rPr lang="en-GB" dirty="0" err="1"/>
              <a:t>מהות</a:t>
            </a:r>
            <a:r>
              <a:rPr lang="en-GB" dirty="0"/>
              <a:t> </a:t>
            </a:r>
            <a:r>
              <a:rPr lang="en-GB" dirty="0" err="1"/>
              <a:t>התקלה</a:t>
            </a:r>
            <a:r>
              <a:rPr lang="en-GB" dirty="0"/>
              <a:t>, </a:t>
            </a:r>
            <a:r>
              <a:rPr lang="en-GB" dirty="0" err="1"/>
              <a:t>רמת</a:t>
            </a:r>
            <a:r>
              <a:rPr lang="en-GB" dirty="0"/>
              <a:t> </a:t>
            </a:r>
            <a:r>
              <a:rPr lang="en-GB" dirty="0" err="1"/>
              <a:t>הדחיפות</a:t>
            </a:r>
            <a:r>
              <a:rPr lang="en-GB" dirty="0"/>
              <a:t>, </a:t>
            </a:r>
            <a:r>
              <a:rPr lang="en-GB" dirty="0" err="1"/>
              <a:t>מיקום</a:t>
            </a:r>
            <a:r>
              <a:rPr lang="en-GB" dirty="0"/>
              <a:t> </a:t>
            </a:r>
            <a:r>
              <a:rPr lang="en-GB" dirty="0" err="1"/>
              <a:t>ותקציב</a:t>
            </a:r>
            <a:r>
              <a:rPr lang="en-GB" dirty="0"/>
              <a:t>, </a:t>
            </a:r>
            <a:r>
              <a:rPr lang="en-GB" dirty="0" err="1"/>
              <a:t>ומזקק</a:t>
            </a:r>
            <a:r>
              <a:rPr lang="en-GB" dirty="0"/>
              <a:t> </a:t>
            </a:r>
            <a:r>
              <a:rPr lang="en-GB" dirty="0" err="1"/>
              <a:t>את</a:t>
            </a:r>
            <a:r>
              <a:rPr lang="en-GB" dirty="0"/>
              <a:t> </a:t>
            </a:r>
            <a:r>
              <a:rPr lang="en-GB" dirty="0" err="1"/>
              <a:t>התוצאות</a:t>
            </a:r>
            <a:r>
              <a:rPr lang="en-GB" dirty="0"/>
              <a:t> ל-2-3 </a:t>
            </a:r>
            <a:r>
              <a:rPr lang="en-GB" dirty="0" err="1"/>
              <a:t>בעלי</a:t>
            </a:r>
            <a:r>
              <a:rPr lang="en-GB" dirty="0"/>
              <a:t> </a:t>
            </a:r>
            <a:r>
              <a:rPr lang="en-GB" dirty="0" err="1"/>
              <a:t>המקצוע</a:t>
            </a:r>
            <a:r>
              <a:rPr lang="en-GB" dirty="0"/>
              <a:t> </a:t>
            </a:r>
            <a:r>
              <a:rPr lang="en-GB" dirty="0" err="1"/>
              <a:t>האידיאליים</a:t>
            </a:r>
            <a:r>
              <a:rPr lang="en-GB" dirty="0"/>
              <a:t> </a:t>
            </a:r>
            <a:r>
              <a:rPr lang="en-GB" dirty="0" err="1"/>
              <a:t>לאותה</a:t>
            </a:r>
            <a:r>
              <a:rPr lang="en-GB" dirty="0"/>
              <a:t> </a:t>
            </a:r>
            <a:r>
              <a:rPr lang="en-GB" dirty="0" err="1"/>
              <a:t>נקודת</a:t>
            </a:r>
            <a:r>
              <a:rPr lang="en-GB" dirty="0"/>
              <a:t> </a:t>
            </a:r>
            <a:r>
              <a:rPr lang="en-GB" dirty="0" err="1"/>
              <a:t>זמן</a:t>
            </a:r>
            <a:r>
              <a:rPr lang="en-GB" dirty="0"/>
              <a:t>.</a:t>
            </a:r>
          </a:p>
          <a:p>
            <a:pPr lvl="0" algn="r" rtl="1"/>
            <a:r>
              <a:rPr lang="en-GB" b="1" dirty="0" err="1"/>
              <a:t>הערך</a:t>
            </a:r>
            <a:r>
              <a:rPr lang="en-GB" b="1" dirty="0"/>
              <a:t> </a:t>
            </a:r>
            <a:r>
              <a:rPr lang="en-GB" b="1" dirty="0" err="1"/>
              <a:t>המוסף</a:t>
            </a:r>
            <a:r>
              <a:rPr lang="en-GB" b="1" dirty="0"/>
              <a:t>:</a:t>
            </a:r>
            <a:r>
              <a:rPr lang="en-GB" dirty="0"/>
              <a:t> </a:t>
            </a:r>
            <a:r>
              <a:rPr lang="en-GB" dirty="0" err="1"/>
              <a:t>מעבר</a:t>
            </a:r>
            <a:r>
              <a:rPr lang="en-GB" dirty="0"/>
              <a:t> </a:t>
            </a:r>
            <a:r>
              <a:rPr lang="en-GB" dirty="0" err="1"/>
              <a:t>מחוויית</a:t>
            </a:r>
            <a:r>
              <a:rPr lang="en-GB" dirty="0"/>
              <a:t> "</a:t>
            </a:r>
            <a:r>
              <a:rPr lang="en-GB" dirty="0" err="1"/>
              <a:t>חיפוש</a:t>
            </a:r>
            <a:r>
              <a:rPr lang="en-GB" dirty="0"/>
              <a:t>" </a:t>
            </a:r>
            <a:r>
              <a:rPr lang="en-GB" dirty="0" err="1"/>
              <a:t>מתישה</a:t>
            </a:r>
            <a:r>
              <a:rPr lang="en-GB" dirty="0"/>
              <a:t> </a:t>
            </a:r>
            <a:r>
              <a:rPr lang="en-GB" dirty="0" err="1"/>
              <a:t>לחוויית</a:t>
            </a:r>
            <a:r>
              <a:rPr lang="en-GB" dirty="0"/>
              <a:t> "</a:t>
            </a:r>
            <a:r>
              <a:rPr lang="en-GB" dirty="0" err="1"/>
              <a:t>קבלת</a:t>
            </a:r>
            <a:r>
              <a:rPr lang="en-GB" dirty="0"/>
              <a:t> </a:t>
            </a:r>
            <a:r>
              <a:rPr lang="en-GB" dirty="0" err="1"/>
              <a:t>שירות</a:t>
            </a:r>
            <a:r>
              <a:rPr lang="en-GB" dirty="0"/>
              <a:t>", </a:t>
            </a:r>
            <a:r>
              <a:rPr lang="en-GB" dirty="0" err="1"/>
              <a:t>הקטנת</a:t>
            </a:r>
            <a:r>
              <a:rPr lang="en-GB" dirty="0"/>
              <a:t> </a:t>
            </a:r>
            <a:r>
              <a:rPr lang="en-GB" dirty="0" err="1"/>
              <a:t>העומס</a:t>
            </a:r>
            <a:r>
              <a:rPr lang="en-GB" dirty="0"/>
              <a:t> </a:t>
            </a:r>
            <a:r>
              <a:rPr lang="en-GB" dirty="0" err="1"/>
              <a:t>הקוגניטיבי</a:t>
            </a:r>
            <a:r>
              <a:rPr lang="en-GB" dirty="0"/>
              <a:t> </a:t>
            </a:r>
            <a:r>
              <a:rPr lang="en-GB" dirty="0" err="1"/>
              <a:t>על</a:t>
            </a:r>
            <a:r>
              <a:rPr lang="en-GB" dirty="0"/>
              <a:t> </a:t>
            </a:r>
            <a:r>
              <a:rPr lang="en-GB" dirty="0" err="1"/>
              <a:t>המשתמש</a:t>
            </a:r>
            <a:r>
              <a:rPr lang="en-GB" dirty="0"/>
              <a:t>, </a:t>
            </a:r>
            <a:r>
              <a:rPr lang="en-GB" dirty="0" err="1"/>
              <a:t>והעלאת</a:t>
            </a:r>
            <a:r>
              <a:rPr lang="en-GB" dirty="0"/>
              <a:t> </a:t>
            </a:r>
            <a:r>
              <a:rPr lang="en-GB" dirty="0" err="1"/>
              <a:t>אחוזי</a:t>
            </a:r>
            <a:r>
              <a:rPr lang="en-GB" dirty="0"/>
              <a:t> </a:t>
            </a:r>
            <a:r>
              <a:rPr lang="en-GB" dirty="0" err="1"/>
              <a:t>יצירת</a:t>
            </a:r>
            <a:r>
              <a:rPr lang="en-GB" dirty="0"/>
              <a:t> </a:t>
            </a:r>
            <a:r>
              <a:rPr lang="en-GB" dirty="0" err="1"/>
              <a:t>הקשר</a:t>
            </a:r>
            <a:r>
              <a:rPr lang="en-GB" dirty="0"/>
              <a:t> </a:t>
            </a:r>
            <a:r>
              <a:rPr lang="en-GB" dirty="0" err="1"/>
              <a:t>של</a:t>
            </a:r>
            <a:r>
              <a:rPr lang="en-GB" dirty="0"/>
              <a:t> </a:t>
            </a:r>
            <a:r>
              <a:rPr lang="en-GB" dirty="0" err="1"/>
              <a:t>הפלטפורמה</a:t>
            </a:r>
            <a:r>
              <a:rPr lang="en-GB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8150535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10000"/>
            <a:lumOff val="9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30013F-F83E-B317-F280-1FCFDA8868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 rtl="1"/>
            <a:r>
              <a:rPr lang="en-GB" dirty="0" err="1"/>
              <a:t>מנגנון</a:t>
            </a:r>
            <a:r>
              <a:rPr lang="en-GB" dirty="0"/>
              <a:t> </a:t>
            </a:r>
            <a:r>
              <a:rPr lang="en-GB" dirty="0" err="1"/>
              <a:t>ההמלצה</a:t>
            </a:r>
            <a:r>
              <a:rPr lang="en-GB" dirty="0"/>
              <a:t> </a:t>
            </a:r>
            <a:r>
              <a:rPr lang="en-GB" dirty="0" err="1"/>
              <a:t>והפרסונליזציה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2809A2-C6E2-DF28-F10E-78E6439344D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0" algn="r" rtl="1"/>
            <a:r>
              <a:rPr lang="en-GB" b="1" dirty="0" err="1"/>
              <a:t>מערכת</a:t>
            </a:r>
            <a:r>
              <a:rPr lang="en-GB" b="1" dirty="0"/>
              <a:t> </a:t>
            </a:r>
            <a:r>
              <a:rPr lang="en-GB" b="1" dirty="0" err="1"/>
              <a:t>המלצה</a:t>
            </a:r>
            <a:r>
              <a:rPr lang="en-GB" b="1" dirty="0"/>
              <a:t> </a:t>
            </a:r>
            <a:r>
              <a:rPr lang="en-GB" b="1" dirty="0" err="1"/>
              <a:t>שיחתית</a:t>
            </a:r>
            <a:r>
              <a:rPr lang="he-IL" b="1" dirty="0"/>
              <a:t>: </a:t>
            </a:r>
            <a:r>
              <a:rPr lang="en-GB" dirty="0" err="1"/>
              <a:t>שימוש</a:t>
            </a:r>
            <a:r>
              <a:rPr lang="en-GB" dirty="0"/>
              <a:t> </a:t>
            </a:r>
            <a:r>
              <a:rPr lang="en-GB" dirty="0" err="1"/>
              <a:t>בעיבוד</a:t>
            </a:r>
            <a:r>
              <a:rPr lang="en-GB" dirty="0"/>
              <a:t> </a:t>
            </a:r>
            <a:r>
              <a:rPr lang="en-GB" dirty="0" err="1"/>
              <a:t>שפה</a:t>
            </a:r>
            <a:r>
              <a:rPr lang="en-GB" dirty="0"/>
              <a:t> </a:t>
            </a:r>
            <a:r>
              <a:rPr lang="en-GB" dirty="0" err="1"/>
              <a:t>טבעית</a:t>
            </a:r>
            <a:r>
              <a:rPr lang="en-GB" dirty="0"/>
              <a:t> </a:t>
            </a:r>
            <a:r>
              <a:rPr lang="en-GB" dirty="0" err="1"/>
              <a:t>לחילוץ</a:t>
            </a:r>
            <a:r>
              <a:rPr lang="en-GB" dirty="0"/>
              <a:t> </a:t>
            </a:r>
            <a:r>
              <a:rPr lang="en-GB" dirty="0" err="1"/>
              <a:t>ישויות</a:t>
            </a:r>
            <a:r>
              <a:rPr lang="en-GB" dirty="0"/>
              <a:t> </a:t>
            </a:r>
            <a:r>
              <a:rPr lang="en-GB" dirty="0" err="1"/>
              <a:t>וכוונות</a:t>
            </a:r>
            <a:r>
              <a:rPr lang="en-GB" dirty="0"/>
              <a:t> </a:t>
            </a:r>
            <a:r>
              <a:rPr lang="en-GB" dirty="0" err="1"/>
              <a:t>טקסט</a:t>
            </a:r>
            <a:r>
              <a:rPr lang="en-GB" dirty="0"/>
              <a:t> </a:t>
            </a:r>
            <a:r>
              <a:rPr lang="en-GB" dirty="0" err="1"/>
              <a:t>של</a:t>
            </a:r>
            <a:r>
              <a:rPr lang="en-GB" dirty="0"/>
              <a:t> </a:t>
            </a:r>
            <a:r>
              <a:rPr lang="en-GB" dirty="0" err="1"/>
              <a:t>המשתמש</a:t>
            </a:r>
            <a:r>
              <a:rPr lang="en-GB" dirty="0"/>
              <a:t>. </a:t>
            </a:r>
            <a:r>
              <a:rPr lang="en-GB" dirty="0" err="1"/>
              <a:t>למשל</a:t>
            </a:r>
            <a:r>
              <a:rPr lang="en-GB" dirty="0"/>
              <a:t>, </a:t>
            </a:r>
            <a:r>
              <a:rPr lang="en-GB" dirty="0" err="1"/>
              <a:t>הבנה</a:t>
            </a:r>
            <a:r>
              <a:rPr lang="en-GB" dirty="0"/>
              <a:t> </a:t>
            </a:r>
            <a:r>
              <a:rPr lang="en-GB" dirty="0" err="1"/>
              <a:t>שהביטוי</a:t>
            </a:r>
            <a:r>
              <a:rPr lang="en-GB" dirty="0"/>
              <a:t> "</a:t>
            </a:r>
            <a:r>
              <a:rPr lang="en-GB" dirty="0" err="1"/>
              <a:t>יש</a:t>
            </a:r>
            <a:r>
              <a:rPr lang="en-GB" dirty="0"/>
              <a:t> </a:t>
            </a:r>
            <a:r>
              <a:rPr lang="en-GB" dirty="0" err="1"/>
              <a:t>לי</a:t>
            </a:r>
            <a:r>
              <a:rPr lang="en-GB" dirty="0"/>
              <a:t> </a:t>
            </a:r>
            <a:r>
              <a:rPr lang="en-GB" dirty="0" err="1"/>
              <a:t>הצפה</a:t>
            </a:r>
            <a:r>
              <a:rPr lang="en-GB" dirty="0"/>
              <a:t> </a:t>
            </a:r>
            <a:r>
              <a:rPr lang="en-GB" dirty="0" err="1"/>
              <a:t>עכשיו</a:t>
            </a:r>
            <a:r>
              <a:rPr lang="en-GB" dirty="0"/>
              <a:t>" </a:t>
            </a:r>
            <a:r>
              <a:rPr lang="en-GB" dirty="0" err="1"/>
              <a:t>דורש</a:t>
            </a:r>
            <a:r>
              <a:rPr lang="en-GB" dirty="0"/>
              <a:t> </a:t>
            </a:r>
            <a:r>
              <a:rPr lang="en-GB" dirty="0" err="1"/>
              <a:t>משקולת</a:t>
            </a:r>
            <a:r>
              <a:rPr lang="en-GB" dirty="0"/>
              <a:t> </a:t>
            </a:r>
            <a:r>
              <a:rPr lang="en-GB" dirty="0" err="1"/>
              <a:t>קריטית</a:t>
            </a:r>
            <a:r>
              <a:rPr lang="en-GB" dirty="0"/>
              <a:t> </a:t>
            </a:r>
            <a:r>
              <a:rPr lang="en-GB" dirty="0" err="1"/>
              <a:t>של</a:t>
            </a:r>
            <a:r>
              <a:rPr lang="en-GB" dirty="0"/>
              <a:t> "</a:t>
            </a:r>
            <a:r>
              <a:rPr lang="en-GB" dirty="0" err="1"/>
              <a:t>זמינות</a:t>
            </a:r>
            <a:r>
              <a:rPr lang="en-GB" dirty="0"/>
              <a:t> 24/7" </a:t>
            </a:r>
            <a:r>
              <a:rPr lang="en-GB" dirty="0" err="1"/>
              <a:t>ולא</a:t>
            </a:r>
            <a:r>
              <a:rPr lang="en-GB" dirty="0"/>
              <a:t> </a:t>
            </a:r>
            <a:r>
              <a:rPr lang="en-GB" dirty="0" err="1"/>
              <a:t>רק</a:t>
            </a:r>
            <a:r>
              <a:rPr lang="en-GB" dirty="0"/>
              <a:t> </a:t>
            </a:r>
            <a:r>
              <a:rPr lang="en-GB" dirty="0" err="1"/>
              <a:t>קרבה</a:t>
            </a:r>
            <a:r>
              <a:rPr lang="en-GB" dirty="0"/>
              <a:t> </a:t>
            </a:r>
            <a:r>
              <a:rPr lang="en-GB" dirty="0" err="1"/>
              <a:t>גיאוגרפית</a:t>
            </a:r>
            <a:r>
              <a:rPr lang="en-GB" dirty="0"/>
              <a:t>.</a:t>
            </a:r>
          </a:p>
          <a:p>
            <a:pPr lvl="0" algn="r" rtl="1"/>
            <a:r>
              <a:rPr lang="en-GB" b="1" dirty="0" err="1"/>
              <a:t>סינון</a:t>
            </a:r>
            <a:r>
              <a:rPr lang="en-GB" b="1" dirty="0"/>
              <a:t> </a:t>
            </a:r>
            <a:r>
              <a:rPr lang="en-GB" b="1" dirty="0" err="1"/>
              <a:t>מרובה-קריטריונים</a:t>
            </a:r>
            <a:r>
              <a:rPr lang="en-GB" b="1" dirty="0"/>
              <a:t> </a:t>
            </a:r>
            <a:r>
              <a:rPr lang="en-GB" b="1" dirty="0" err="1"/>
              <a:t>אלגוריתמי</a:t>
            </a:r>
            <a:r>
              <a:rPr lang="en-GB" b="1" dirty="0"/>
              <a:t>:</a:t>
            </a:r>
            <a:r>
              <a:rPr lang="en-GB" dirty="0"/>
              <a:t> </a:t>
            </a:r>
            <a:r>
              <a:rPr lang="en-GB" dirty="0" err="1"/>
              <a:t>שקלול</a:t>
            </a:r>
            <a:r>
              <a:rPr lang="en-GB" dirty="0"/>
              <a:t> </a:t>
            </a:r>
            <a:r>
              <a:rPr lang="en-GB" dirty="0" err="1"/>
              <a:t>דינמי</a:t>
            </a:r>
            <a:r>
              <a:rPr lang="en-GB" dirty="0"/>
              <a:t> </a:t>
            </a:r>
            <a:r>
              <a:rPr lang="en-GB" dirty="0" err="1"/>
              <a:t>המשלב</a:t>
            </a:r>
            <a:r>
              <a:rPr lang="en-GB" dirty="0"/>
              <a:t> </a:t>
            </a:r>
            <a:r>
              <a:rPr lang="en-GB" dirty="0" err="1"/>
              <a:t>דירוג</a:t>
            </a:r>
            <a:r>
              <a:rPr lang="en-GB" dirty="0"/>
              <a:t> </a:t>
            </a:r>
            <a:r>
              <a:rPr lang="en-GB" dirty="0" err="1"/>
              <a:t>מצטבר</a:t>
            </a:r>
            <a:r>
              <a:rPr lang="en-GB" dirty="0"/>
              <a:t> </a:t>
            </a:r>
            <a:r>
              <a:rPr lang="en-GB" dirty="0" err="1"/>
              <a:t>של</a:t>
            </a:r>
            <a:r>
              <a:rPr lang="en-GB" dirty="0"/>
              <a:t> </a:t>
            </a:r>
            <a:r>
              <a:rPr lang="en-GB" dirty="0" err="1"/>
              <a:t>בעל</a:t>
            </a:r>
            <a:r>
              <a:rPr lang="en-GB" dirty="0"/>
              <a:t> </a:t>
            </a:r>
            <a:r>
              <a:rPr lang="en-GB" dirty="0" err="1"/>
              <a:t>המקצוע</a:t>
            </a:r>
            <a:r>
              <a:rPr lang="en-GB" dirty="0"/>
              <a:t>, </a:t>
            </a:r>
            <a:r>
              <a:rPr lang="en-GB" dirty="0" err="1"/>
              <a:t>כמות</a:t>
            </a:r>
            <a:r>
              <a:rPr lang="en-GB" dirty="0"/>
              <a:t> </a:t>
            </a:r>
            <a:r>
              <a:rPr lang="en-GB" dirty="0" err="1"/>
              <a:t>ההמלצות</a:t>
            </a:r>
            <a:r>
              <a:rPr lang="en-GB" dirty="0"/>
              <a:t> </a:t>
            </a:r>
            <a:r>
              <a:rPr lang="en-GB" dirty="0" err="1"/>
              <a:t>הרלוונטיות</a:t>
            </a:r>
            <a:r>
              <a:rPr lang="en-GB" dirty="0"/>
              <a:t> </a:t>
            </a:r>
            <a:r>
              <a:rPr lang="en-GB" dirty="0" err="1"/>
              <a:t>ספציפית</a:t>
            </a:r>
            <a:r>
              <a:rPr lang="en-GB" dirty="0"/>
              <a:t> </a:t>
            </a:r>
            <a:r>
              <a:rPr lang="en-GB" dirty="0" err="1"/>
              <a:t>לסוג</a:t>
            </a:r>
            <a:r>
              <a:rPr lang="en-GB" dirty="0"/>
              <a:t> </a:t>
            </a:r>
            <a:r>
              <a:rPr lang="en-GB" dirty="0" err="1"/>
              <a:t>התקלה</a:t>
            </a:r>
            <a:r>
              <a:rPr lang="en-GB" dirty="0"/>
              <a:t> </a:t>
            </a:r>
            <a:r>
              <a:rPr lang="en-GB" dirty="0" err="1"/>
              <a:t>שתוארה</a:t>
            </a:r>
            <a:r>
              <a:rPr lang="en-GB" dirty="0"/>
              <a:t>, </a:t>
            </a:r>
            <a:r>
              <a:rPr lang="en-GB" dirty="0" err="1"/>
              <a:t>ומרחק</a:t>
            </a:r>
            <a:r>
              <a:rPr lang="en-GB" dirty="0"/>
              <a:t> </a:t>
            </a:r>
            <a:r>
              <a:rPr lang="en-GB" dirty="0" err="1"/>
              <a:t>גיאוגרפי</a:t>
            </a:r>
            <a:r>
              <a:rPr lang="en-GB" dirty="0"/>
              <a:t>.</a:t>
            </a:r>
          </a:p>
          <a:p>
            <a:pPr lvl="0" algn="r" rtl="1"/>
            <a:r>
              <a:rPr lang="en-GB" b="1" dirty="0" err="1"/>
              <a:t>התאמה</a:t>
            </a:r>
            <a:r>
              <a:rPr lang="en-GB" b="1" dirty="0"/>
              <a:t> </a:t>
            </a:r>
            <a:r>
              <a:rPr lang="en-GB" b="1" dirty="0" err="1"/>
              <a:t>אישית</a:t>
            </a:r>
            <a:r>
              <a:rPr lang="en-GB" b="1" dirty="0"/>
              <a:t> </a:t>
            </a:r>
            <a:r>
              <a:rPr lang="en-GB" b="1" dirty="0" err="1"/>
              <a:t>תוך</a:t>
            </a:r>
            <a:r>
              <a:rPr lang="en-GB" b="1" dirty="0"/>
              <a:t> </a:t>
            </a:r>
            <a:r>
              <a:rPr lang="en-GB" b="1" dirty="0" err="1"/>
              <a:t>כדי</a:t>
            </a:r>
            <a:r>
              <a:rPr lang="en-GB" b="1" dirty="0"/>
              <a:t> </a:t>
            </a:r>
            <a:r>
              <a:rPr lang="en-GB" b="1" dirty="0" err="1"/>
              <a:t>שיחה</a:t>
            </a:r>
            <a:r>
              <a:rPr lang="en-GB" b="1" dirty="0"/>
              <a:t>:</a:t>
            </a:r>
            <a:r>
              <a:rPr lang="en-GB" dirty="0"/>
              <a:t> </a:t>
            </a:r>
            <a:r>
              <a:rPr lang="en-GB" dirty="0" err="1"/>
              <a:t>המערכת</a:t>
            </a:r>
            <a:r>
              <a:rPr lang="en-GB" dirty="0"/>
              <a:t> </a:t>
            </a:r>
            <a:r>
              <a:rPr lang="en-GB" dirty="0" err="1"/>
              <a:t>תתאים</a:t>
            </a:r>
            <a:r>
              <a:rPr lang="en-GB" dirty="0"/>
              <a:t> </a:t>
            </a:r>
            <a:r>
              <a:rPr lang="en-GB" dirty="0" err="1"/>
              <a:t>את</a:t>
            </a:r>
            <a:r>
              <a:rPr lang="en-GB" dirty="0"/>
              <a:t> </a:t>
            </a:r>
            <a:r>
              <a:rPr lang="en-GB" dirty="0" err="1"/>
              <a:t>ההמלצות</a:t>
            </a:r>
            <a:r>
              <a:rPr lang="en-GB" dirty="0"/>
              <a:t> </a:t>
            </a:r>
            <a:r>
              <a:rPr lang="en-GB" dirty="0" err="1"/>
              <a:t>בזמן</a:t>
            </a:r>
            <a:r>
              <a:rPr lang="en-GB" dirty="0"/>
              <a:t> </a:t>
            </a:r>
            <a:r>
              <a:rPr lang="en-GB" dirty="0" err="1"/>
              <a:t>אמת</a:t>
            </a:r>
            <a:r>
              <a:rPr lang="en-GB" dirty="0"/>
              <a:t> </a:t>
            </a:r>
            <a:r>
              <a:rPr lang="en-GB" dirty="0" err="1"/>
              <a:t>לפי</a:t>
            </a:r>
            <a:r>
              <a:rPr lang="en-GB" dirty="0"/>
              <a:t> </a:t>
            </a:r>
            <a:r>
              <a:rPr lang="en-GB" dirty="0" err="1"/>
              <a:t>בחירות</a:t>
            </a:r>
            <a:r>
              <a:rPr lang="en-GB" dirty="0"/>
              <a:t> </a:t>
            </a:r>
            <a:r>
              <a:rPr lang="en-GB" dirty="0" err="1"/>
              <a:t>המשתמש</a:t>
            </a:r>
            <a:r>
              <a:rPr lang="en-GB" dirty="0"/>
              <a:t>. </a:t>
            </a:r>
            <a:r>
              <a:rPr lang="en-GB" dirty="0" err="1"/>
              <a:t>אם</a:t>
            </a:r>
            <a:r>
              <a:rPr lang="en-GB" dirty="0"/>
              <a:t> </a:t>
            </a:r>
            <a:r>
              <a:rPr lang="en-GB" dirty="0" err="1"/>
              <a:t>המשתמש</a:t>
            </a:r>
            <a:r>
              <a:rPr lang="en-GB" dirty="0"/>
              <a:t> </a:t>
            </a:r>
            <a:r>
              <a:rPr lang="en-GB" dirty="0" err="1"/>
              <a:t>ידחה</a:t>
            </a:r>
            <a:r>
              <a:rPr lang="en-GB" dirty="0"/>
              <a:t> </a:t>
            </a:r>
            <a:r>
              <a:rPr lang="en-GB" dirty="0" err="1"/>
              <a:t>בעל</a:t>
            </a:r>
            <a:r>
              <a:rPr lang="en-GB" dirty="0"/>
              <a:t> </a:t>
            </a:r>
            <a:r>
              <a:rPr lang="en-GB" dirty="0" err="1"/>
              <a:t>מקצוע</a:t>
            </a:r>
            <a:r>
              <a:rPr lang="en-GB" dirty="0"/>
              <a:t> </a:t>
            </a:r>
            <a:r>
              <a:rPr lang="en-GB" dirty="0" err="1"/>
              <a:t>כי</a:t>
            </a:r>
            <a:r>
              <a:rPr lang="en-GB" dirty="0"/>
              <a:t> </a:t>
            </a:r>
            <a:r>
              <a:rPr lang="en-GB" dirty="0" err="1"/>
              <a:t>הוא</a:t>
            </a:r>
            <a:r>
              <a:rPr lang="en-GB" dirty="0"/>
              <a:t> "</a:t>
            </a:r>
            <a:r>
              <a:rPr lang="en-GB" dirty="0" err="1"/>
              <a:t>יקר</a:t>
            </a:r>
            <a:r>
              <a:rPr lang="en-GB" dirty="0"/>
              <a:t> </a:t>
            </a:r>
            <a:r>
              <a:rPr lang="en-GB" dirty="0" err="1"/>
              <a:t>מדי</a:t>
            </a:r>
            <a:r>
              <a:rPr lang="en-GB" dirty="0"/>
              <a:t>", </a:t>
            </a:r>
            <a:r>
              <a:rPr lang="en-GB" dirty="0" err="1"/>
              <a:t>המערכת</a:t>
            </a:r>
            <a:r>
              <a:rPr lang="en-GB" dirty="0"/>
              <a:t> </a:t>
            </a:r>
            <a:r>
              <a:rPr lang="en-GB" dirty="0" err="1"/>
              <a:t>תעדכן</a:t>
            </a:r>
            <a:r>
              <a:rPr lang="en-GB" dirty="0"/>
              <a:t> </a:t>
            </a:r>
            <a:r>
              <a:rPr lang="en-GB" dirty="0" err="1"/>
              <a:t>את</a:t>
            </a:r>
            <a:r>
              <a:rPr lang="en-GB" dirty="0"/>
              <a:t> </a:t>
            </a:r>
            <a:r>
              <a:rPr lang="en-GB" dirty="0" err="1"/>
              <a:t>משקולות</a:t>
            </a:r>
            <a:r>
              <a:rPr lang="en-GB" dirty="0"/>
              <a:t> </a:t>
            </a:r>
            <a:r>
              <a:rPr lang="en-GB" dirty="0" err="1"/>
              <a:t>האלגוריתם</a:t>
            </a:r>
            <a:r>
              <a:rPr lang="en-GB" dirty="0"/>
              <a:t> </a:t>
            </a:r>
            <a:r>
              <a:rPr lang="en-GB" dirty="0" err="1"/>
              <a:t>כדי</a:t>
            </a:r>
            <a:r>
              <a:rPr lang="en-GB" dirty="0"/>
              <a:t> </a:t>
            </a:r>
            <a:r>
              <a:rPr lang="en-GB" dirty="0" err="1"/>
              <a:t>להציע</a:t>
            </a:r>
            <a:r>
              <a:rPr lang="en-GB" dirty="0"/>
              <a:t> </a:t>
            </a:r>
            <a:r>
              <a:rPr lang="en-GB" dirty="0" err="1"/>
              <a:t>חלופות</a:t>
            </a:r>
            <a:r>
              <a:rPr lang="en-GB" dirty="0"/>
              <a:t> </a:t>
            </a:r>
            <a:r>
              <a:rPr lang="en-GB" dirty="0" err="1"/>
              <a:t>זולות</a:t>
            </a:r>
            <a:r>
              <a:rPr lang="en-GB" dirty="0"/>
              <a:t> </a:t>
            </a:r>
            <a:r>
              <a:rPr lang="en-GB" dirty="0" err="1"/>
              <a:t>יותר</a:t>
            </a:r>
            <a:r>
              <a:rPr lang="en-GB" dirty="0"/>
              <a:t> </a:t>
            </a:r>
            <a:r>
              <a:rPr lang="en-GB" dirty="0" err="1"/>
              <a:t>גם</a:t>
            </a:r>
            <a:r>
              <a:rPr lang="en-GB" dirty="0"/>
              <a:t> </a:t>
            </a:r>
            <a:r>
              <a:rPr lang="en-GB" dirty="0" err="1"/>
              <a:t>על</a:t>
            </a:r>
            <a:r>
              <a:rPr lang="en-GB" dirty="0"/>
              <a:t> </a:t>
            </a:r>
            <a:r>
              <a:rPr lang="en-GB" dirty="0" err="1"/>
              <a:t>חשבון</a:t>
            </a:r>
            <a:r>
              <a:rPr lang="en-GB" dirty="0"/>
              <a:t> </a:t>
            </a:r>
            <a:r>
              <a:rPr lang="en-GB" dirty="0" err="1"/>
              <a:t>דירוג</a:t>
            </a:r>
            <a:r>
              <a:rPr lang="en-GB" dirty="0"/>
              <a:t> </a:t>
            </a:r>
            <a:r>
              <a:rPr lang="en-GB" dirty="0" err="1"/>
              <a:t>נמוך</a:t>
            </a:r>
            <a:r>
              <a:rPr lang="en-GB" dirty="0"/>
              <a:t> </a:t>
            </a:r>
            <a:r>
              <a:rPr lang="en-GB" dirty="0" err="1"/>
              <a:t>יותר</a:t>
            </a:r>
            <a:r>
              <a:rPr lang="en-GB" dirty="0"/>
              <a:t>.</a:t>
            </a:r>
          </a:p>
          <a:p>
            <a:pPr algn="r" rtl="1"/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24895658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AFA1C2-1B96-6A71-F33E-44BE150BE8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r" rtl="1"/>
            <a:r>
              <a:rPr lang="he-IL" dirty="0"/>
              <a:t>3. </a:t>
            </a:r>
            <a:r>
              <a:rPr lang="en-GB" dirty="0" err="1"/>
              <a:t>מערכת</a:t>
            </a:r>
            <a:r>
              <a:rPr lang="en-GB" dirty="0"/>
              <a:t> </a:t>
            </a:r>
            <a:r>
              <a:rPr lang="en-GB" dirty="0" err="1"/>
              <a:t>המלצה</a:t>
            </a:r>
            <a:r>
              <a:rPr lang="en-GB" dirty="0"/>
              <a:t> </a:t>
            </a:r>
            <a:r>
              <a:rPr lang="en-GB" dirty="0" err="1"/>
              <a:t>למאמרים</a:t>
            </a:r>
            <a:r>
              <a:rPr lang="en-GB" dirty="0"/>
              <a:t> </a:t>
            </a:r>
            <a:r>
              <a:rPr lang="en-GB" dirty="0" err="1"/>
              <a:t>אקדמיים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BA9C2E-5AF8-D13B-F603-DF97718E5BF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algn="r" rtl="1"/>
            <a:r>
              <a:rPr lang="en-GB" b="1" dirty="0" err="1"/>
              <a:t>הבעיה</a:t>
            </a:r>
            <a:r>
              <a:rPr lang="en-GB" b="1" dirty="0"/>
              <a:t>:</a:t>
            </a:r>
            <a:r>
              <a:rPr lang="en-GB" dirty="0"/>
              <a:t> </a:t>
            </a:r>
            <a:r>
              <a:rPr lang="en-GB" dirty="0" err="1"/>
              <a:t>עומס</a:t>
            </a:r>
            <a:r>
              <a:rPr lang="en-GB" dirty="0"/>
              <a:t> </a:t>
            </a:r>
            <a:r>
              <a:rPr lang="en-GB" dirty="0" err="1"/>
              <a:t>המידע</a:t>
            </a:r>
            <a:r>
              <a:rPr lang="en-GB" dirty="0"/>
              <a:t> </a:t>
            </a:r>
            <a:r>
              <a:rPr lang="en-GB" dirty="0" err="1"/>
              <a:t>באקדמיה</a:t>
            </a:r>
            <a:r>
              <a:rPr lang="en-GB" dirty="0"/>
              <a:t> </a:t>
            </a:r>
            <a:r>
              <a:rPr lang="en-GB" dirty="0" err="1"/>
              <a:t>מקשה</a:t>
            </a:r>
            <a:r>
              <a:rPr lang="en-GB" dirty="0"/>
              <a:t> </a:t>
            </a:r>
            <a:r>
              <a:rPr lang="en-GB" dirty="0" err="1"/>
              <a:t>על</a:t>
            </a:r>
            <a:r>
              <a:rPr lang="en-GB" dirty="0"/>
              <a:t> </a:t>
            </a:r>
            <a:r>
              <a:rPr lang="he-IL" dirty="0"/>
              <a:t>מציאת </a:t>
            </a:r>
            <a:r>
              <a:rPr lang="en-GB" dirty="0" err="1"/>
              <a:t>מאמרים</a:t>
            </a:r>
            <a:r>
              <a:rPr lang="en-GB" dirty="0"/>
              <a:t> </a:t>
            </a:r>
            <a:r>
              <a:rPr lang="en-GB" dirty="0" err="1"/>
              <a:t>מדויקים</a:t>
            </a:r>
            <a:r>
              <a:rPr lang="en-GB" dirty="0"/>
              <a:t> </a:t>
            </a:r>
            <a:r>
              <a:rPr lang="en-GB" dirty="0" err="1"/>
              <a:t>לסקירת</a:t>
            </a:r>
            <a:r>
              <a:rPr lang="en-GB" dirty="0"/>
              <a:t> </a:t>
            </a:r>
            <a:r>
              <a:rPr lang="en-GB" dirty="0" err="1"/>
              <a:t>ספרות</a:t>
            </a:r>
            <a:r>
              <a:rPr lang="en-GB" dirty="0"/>
              <a:t> </a:t>
            </a:r>
            <a:r>
              <a:rPr lang="en-GB" dirty="0" err="1"/>
              <a:t>לציטוט</a:t>
            </a:r>
            <a:r>
              <a:rPr lang="en-GB" dirty="0"/>
              <a:t>.</a:t>
            </a:r>
            <a:r>
              <a:rPr lang="he-IL" dirty="0"/>
              <a:t> או למציאת מידע שימושי ורלוונטי</a:t>
            </a:r>
            <a:endParaRPr lang="en-GB" dirty="0"/>
          </a:p>
          <a:p>
            <a:pPr lvl="0" algn="r" rtl="1"/>
            <a:r>
              <a:rPr lang="en-GB" b="1" dirty="0" err="1"/>
              <a:t>הפתרון</a:t>
            </a:r>
            <a:r>
              <a:rPr lang="en-GB" b="1" dirty="0"/>
              <a:t>:</a:t>
            </a:r>
            <a:r>
              <a:rPr lang="en-GB" dirty="0"/>
              <a:t> </a:t>
            </a:r>
            <a:r>
              <a:rPr lang="en-GB" dirty="0" err="1"/>
              <a:t>מערכת</a:t>
            </a:r>
            <a:r>
              <a:rPr lang="en-GB" dirty="0"/>
              <a:t> </a:t>
            </a:r>
            <a:r>
              <a:rPr lang="en-GB" dirty="0" err="1"/>
              <a:t>חכמה</a:t>
            </a:r>
            <a:r>
              <a:rPr lang="en-GB" dirty="0"/>
              <a:t> </a:t>
            </a:r>
            <a:r>
              <a:rPr lang="he-IL" dirty="0"/>
              <a:t>מבוססת </a:t>
            </a:r>
            <a:r>
              <a:rPr lang="en-US" dirty="0"/>
              <a:t>AI</a:t>
            </a:r>
            <a:r>
              <a:rPr lang="he-IL" dirty="0"/>
              <a:t> </a:t>
            </a:r>
            <a:r>
              <a:rPr lang="en-GB" dirty="0" err="1"/>
              <a:t>המקבלת</a:t>
            </a:r>
            <a:r>
              <a:rPr lang="en-GB" dirty="0"/>
              <a:t> </a:t>
            </a:r>
            <a:r>
              <a:rPr lang="en-GB" dirty="0" err="1"/>
              <a:t>כקלט</a:t>
            </a:r>
            <a:r>
              <a:rPr lang="en-GB" dirty="0"/>
              <a:t> </a:t>
            </a:r>
            <a:r>
              <a:rPr lang="en-GB" dirty="0" err="1"/>
              <a:t>טקסט</a:t>
            </a:r>
            <a:r>
              <a:rPr lang="en-GB" dirty="0"/>
              <a:t> </a:t>
            </a:r>
            <a:r>
              <a:rPr lang="en-GB" dirty="0" err="1"/>
              <a:t>חופשי</a:t>
            </a:r>
            <a:r>
              <a:rPr lang="en-GB" dirty="0"/>
              <a:t> </a:t>
            </a:r>
            <a:r>
              <a:rPr lang="en-GB" dirty="0" err="1"/>
              <a:t>ומאתרת</a:t>
            </a:r>
            <a:r>
              <a:rPr lang="en-GB" dirty="0"/>
              <a:t> </a:t>
            </a:r>
            <a:r>
              <a:rPr lang="en-GB" dirty="0" err="1"/>
              <a:t>מאמרים</a:t>
            </a:r>
            <a:r>
              <a:rPr lang="en-GB" dirty="0"/>
              <a:t> </a:t>
            </a:r>
            <a:r>
              <a:rPr lang="en-GB" dirty="0" err="1"/>
              <a:t>רלוונטיים</a:t>
            </a:r>
            <a:r>
              <a:rPr lang="en-GB" dirty="0"/>
              <a:t> </a:t>
            </a:r>
            <a:r>
              <a:rPr lang="en-GB" dirty="0" err="1"/>
              <a:t>סמנטית</a:t>
            </a:r>
            <a:r>
              <a:rPr lang="en-GB" dirty="0"/>
              <a:t>, </a:t>
            </a:r>
            <a:r>
              <a:rPr lang="en-GB" dirty="0" err="1"/>
              <a:t>ולא</a:t>
            </a:r>
            <a:r>
              <a:rPr lang="en-GB" dirty="0"/>
              <a:t> </a:t>
            </a:r>
            <a:r>
              <a:rPr lang="en-GB" dirty="0" err="1"/>
              <a:t>רק</a:t>
            </a:r>
            <a:r>
              <a:rPr lang="en-GB" dirty="0"/>
              <a:t> </a:t>
            </a:r>
            <a:r>
              <a:rPr lang="en-GB" dirty="0" err="1"/>
              <a:t>על</a:t>
            </a:r>
            <a:r>
              <a:rPr lang="en-GB" dirty="0"/>
              <a:t> </a:t>
            </a:r>
            <a:r>
              <a:rPr lang="en-GB" dirty="0" err="1"/>
              <a:t>בסיס</a:t>
            </a:r>
            <a:r>
              <a:rPr lang="en-GB" dirty="0"/>
              <a:t> </a:t>
            </a:r>
            <a:r>
              <a:rPr lang="en-GB" dirty="0" err="1"/>
              <a:t>מילות</a:t>
            </a:r>
            <a:r>
              <a:rPr lang="en-GB" dirty="0"/>
              <a:t> </a:t>
            </a:r>
            <a:r>
              <a:rPr lang="en-GB" dirty="0" err="1"/>
              <a:t>מפתח</a:t>
            </a:r>
            <a:r>
              <a:rPr lang="en-GB" dirty="0"/>
              <a:t>.</a:t>
            </a:r>
          </a:p>
          <a:p>
            <a:pPr lvl="0" algn="r" rtl="1"/>
            <a:r>
              <a:rPr lang="en-GB" b="1" dirty="0" err="1"/>
              <a:t>ערך</a:t>
            </a:r>
            <a:r>
              <a:rPr lang="en-GB" b="1" dirty="0"/>
              <a:t> </a:t>
            </a:r>
            <a:r>
              <a:rPr lang="en-GB" b="1" dirty="0" err="1"/>
              <a:t>מוסף</a:t>
            </a:r>
            <a:r>
              <a:rPr lang="en-GB" b="1" dirty="0"/>
              <a:t>:</a:t>
            </a:r>
            <a:r>
              <a:rPr lang="en-GB" dirty="0"/>
              <a:t> </a:t>
            </a:r>
            <a:r>
              <a:rPr lang="en-GB" dirty="0" err="1"/>
              <a:t>חיסכון</a:t>
            </a:r>
            <a:r>
              <a:rPr lang="en-GB" dirty="0"/>
              <a:t> </a:t>
            </a:r>
            <a:r>
              <a:rPr lang="en-GB" dirty="0" err="1"/>
              <a:t>משמעותי</a:t>
            </a:r>
            <a:r>
              <a:rPr lang="en-GB" dirty="0"/>
              <a:t> </a:t>
            </a:r>
            <a:r>
              <a:rPr lang="en-GB" dirty="0" err="1"/>
              <a:t>בזמן</a:t>
            </a:r>
            <a:r>
              <a:rPr lang="en-GB" dirty="0"/>
              <a:t>, </a:t>
            </a:r>
            <a:r>
              <a:rPr lang="en-GB" dirty="0" err="1"/>
              <a:t>חשיפה</a:t>
            </a:r>
            <a:r>
              <a:rPr lang="en-GB" dirty="0"/>
              <a:t> </a:t>
            </a:r>
            <a:r>
              <a:rPr lang="en-GB" dirty="0" err="1"/>
              <a:t>למאמרים</a:t>
            </a:r>
            <a:r>
              <a:rPr lang="en-GB" dirty="0"/>
              <a:t> </a:t>
            </a:r>
            <a:r>
              <a:rPr lang="he-IL" dirty="0"/>
              <a:t>הקשורים לנושא </a:t>
            </a:r>
            <a:r>
              <a:rPr lang="en-GB" dirty="0" err="1"/>
              <a:t>משיקים</a:t>
            </a:r>
            <a:r>
              <a:rPr lang="en-GB" dirty="0"/>
              <a:t> </a:t>
            </a:r>
            <a:r>
              <a:rPr lang="en-GB" dirty="0" err="1"/>
              <a:t>שאולי</a:t>
            </a:r>
            <a:r>
              <a:rPr lang="en-GB" dirty="0"/>
              <a:t> </a:t>
            </a:r>
            <a:r>
              <a:rPr lang="en-GB" dirty="0" err="1"/>
              <a:t>לא</a:t>
            </a:r>
            <a:r>
              <a:rPr lang="en-GB" dirty="0"/>
              <a:t> </a:t>
            </a:r>
            <a:r>
              <a:rPr lang="en-GB" dirty="0" err="1"/>
              <a:t>היו</a:t>
            </a:r>
            <a:r>
              <a:rPr lang="en-GB" dirty="0"/>
              <a:t> </a:t>
            </a:r>
            <a:r>
              <a:rPr lang="en-GB" dirty="0" err="1"/>
              <a:t>עולים</a:t>
            </a:r>
            <a:r>
              <a:rPr lang="en-GB" dirty="0"/>
              <a:t> </a:t>
            </a:r>
            <a:r>
              <a:rPr lang="en-GB" dirty="0" err="1"/>
              <a:t>בחיפוש</a:t>
            </a:r>
            <a:r>
              <a:rPr lang="en-GB" dirty="0"/>
              <a:t> </a:t>
            </a:r>
            <a:r>
              <a:rPr lang="en-GB" dirty="0" err="1"/>
              <a:t>בוליאני</a:t>
            </a:r>
            <a:r>
              <a:rPr lang="en-GB" dirty="0"/>
              <a:t> </a:t>
            </a:r>
            <a:r>
              <a:rPr lang="en-GB" dirty="0" err="1"/>
              <a:t>רגיל</a:t>
            </a:r>
            <a:r>
              <a:rPr lang="en-GB" dirty="0"/>
              <a:t>, </a:t>
            </a:r>
            <a:r>
              <a:rPr lang="en-GB" dirty="0" err="1"/>
              <a:t>ושיפור</a:t>
            </a:r>
            <a:r>
              <a:rPr lang="en-GB" dirty="0"/>
              <a:t> </a:t>
            </a:r>
            <a:r>
              <a:rPr lang="en-GB" dirty="0" err="1"/>
              <a:t>איכות</a:t>
            </a:r>
            <a:r>
              <a:rPr lang="en-GB" dirty="0"/>
              <a:t> </a:t>
            </a:r>
            <a:r>
              <a:rPr lang="en-GB" dirty="0" err="1"/>
              <a:t>המחקר</a:t>
            </a:r>
            <a:r>
              <a:rPr lang="en-GB" dirty="0"/>
              <a:t>.</a:t>
            </a:r>
          </a:p>
          <a:p>
            <a:pPr algn="r" rtl="1"/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04029304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040DBF-C8BB-59CB-C3AB-CAC379075E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 rtl="1"/>
            <a:r>
              <a:rPr lang="en-GB" dirty="0" err="1"/>
              <a:t>מנגנון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F20A89-A84B-3AE7-B521-3D67813481C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algn="r" rtl="1"/>
            <a:r>
              <a:rPr lang="en-GB" b="1" dirty="0" err="1"/>
              <a:t>עיבוד</a:t>
            </a:r>
            <a:r>
              <a:rPr lang="en-GB" b="1" dirty="0"/>
              <a:t> </a:t>
            </a:r>
            <a:r>
              <a:rPr lang="en-GB" b="1" dirty="0" err="1"/>
              <a:t>שפה</a:t>
            </a:r>
            <a:r>
              <a:rPr lang="en-GB" b="1" dirty="0"/>
              <a:t> </a:t>
            </a:r>
            <a:r>
              <a:rPr lang="en-GB" b="1" dirty="0" err="1"/>
              <a:t>טבעית</a:t>
            </a:r>
            <a:r>
              <a:rPr lang="en-GB" b="1" dirty="0"/>
              <a:t> :</a:t>
            </a:r>
            <a:r>
              <a:rPr lang="en-GB" dirty="0"/>
              <a:t> </a:t>
            </a:r>
            <a:r>
              <a:rPr lang="en-GB" dirty="0" err="1"/>
              <a:t>שימוש</a:t>
            </a:r>
            <a:r>
              <a:rPr lang="en-GB" dirty="0"/>
              <a:t> </a:t>
            </a:r>
            <a:r>
              <a:rPr lang="en-GB" dirty="0" err="1"/>
              <a:t>במודלי</a:t>
            </a:r>
            <a:r>
              <a:rPr lang="en-GB" dirty="0"/>
              <a:t> </a:t>
            </a:r>
            <a:r>
              <a:rPr lang="en-GB" dirty="0" err="1"/>
              <a:t>שפה</a:t>
            </a:r>
            <a:r>
              <a:rPr lang="en-GB" dirty="0"/>
              <a:t> </a:t>
            </a:r>
            <a:r>
              <a:rPr lang="en-GB" dirty="0" err="1"/>
              <a:t>כדי</a:t>
            </a:r>
            <a:r>
              <a:rPr lang="en-GB" dirty="0"/>
              <a:t> </a:t>
            </a:r>
            <a:r>
              <a:rPr lang="en-GB" dirty="0" err="1"/>
              <a:t>להבין</a:t>
            </a:r>
            <a:r>
              <a:rPr lang="en-GB" dirty="0"/>
              <a:t> </a:t>
            </a:r>
            <a:r>
              <a:rPr lang="en-GB" dirty="0" err="1"/>
              <a:t>את</a:t>
            </a:r>
            <a:r>
              <a:rPr lang="en-GB" dirty="0"/>
              <a:t> </a:t>
            </a:r>
            <a:r>
              <a:rPr lang="en-GB" dirty="0" err="1"/>
              <a:t>ההקשר</a:t>
            </a:r>
            <a:r>
              <a:rPr lang="en-GB" dirty="0"/>
              <a:t> </a:t>
            </a:r>
            <a:r>
              <a:rPr lang="en-GB" dirty="0" err="1"/>
              <a:t>והסמנטיקה</a:t>
            </a:r>
            <a:r>
              <a:rPr lang="en-GB" dirty="0"/>
              <a:t> </a:t>
            </a:r>
            <a:r>
              <a:rPr lang="en-GB" dirty="0" err="1"/>
              <a:t>של</a:t>
            </a:r>
            <a:r>
              <a:rPr lang="en-GB" dirty="0"/>
              <a:t> </a:t>
            </a:r>
            <a:r>
              <a:rPr lang="en-GB" dirty="0" err="1"/>
              <a:t>תיאור</a:t>
            </a:r>
            <a:r>
              <a:rPr lang="en-GB" dirty="0"/>
              <a:t> </a:t>
            </a:r>
            <a:r>
              <a:rPr lang="en-GB" dirty="0" err="1"/>
              <a:t>הפרויקט</a:t>
            </a:r>
            <a:r>
              <a:rPr lang="en-GB" dirty="0"/>
              <a:t> </a:t>
            </a:r>
            <a:r>
              <a:rPr lang="en-GB" dirty="0" err="1"/>
              <a:t>שמזין</a:t>
            </a:r>
            <a:r>
              <a:rPr lang="en-GB" dirty="0"/>
              <a:t> </a:t>
            </a:r>
            <a:r>
              <a:rPr lang="en-GB" dirty="0" err="1"/>
              <a:t>המשתמש</a:t>
            </a:r>
            <a:r>
              <a:rPr lang="en-GB" dirty="0"/>
              <a:t>.</a:t>
            </a:r>
          </a:p>
          <a:p>
            <a:pPr lvl="0" algn="r" rtl="1"/>
            <a:r>
              <a:rPr lang="he-IL" b="1" dirty="0"/>
              <a:t> </a:t>
            </a:r>
            <a:r>
              <a:rPr lang="en-GB" b="1" dirty="0"/>
              <a:t>Content-Based Filtering:</a:t>
            </a:r>
            <a:r>
              <a:rPr lang="en-GB" dirty="0"/>
              <a:t> </a:t>
            </a:r>
            <a:r>
              <a:rPr lang="en-GB" dirty="0" err="1"/>
              <a:t>חישוב</a:t>
            </a:r>
            <a:r>
              <a:rPr lang="en-GB" dirty="0"/>
              <a:t> </a:t>
            </a:r>
            <a:r>
              <a:rPr lang="en-GB" dirty="0" err="1"/>
              <a:t>דמיון</a:t>
            </a:r>
            <a:r>
              <a:rPr lang="en-GB" dirty="0"/>
              <a:t> </a:t>
            </a:r>
            <a:r>
              <a:rPr lang="en-GB" dirty="0" err="1"/>
              <a:t>בין</a:t>
            </a:r>
            <a:r>
              <a:rPr lang="en-GB" dirty="0"/>
              <a:t> </a:t>
            </a:r>
            <a:r>
              <a:rPr lang="en-GB" dirty="0" err="1"/>
              <a:t>ייצוג</a:t>
            </a:r>
            <a:r>
              <a:rPr lang="en-GB" dirty="0"/>
              <a:t> </a:t>
            </a:r>
            <a:r>
              <a:rPr lang="en-GB" dirty="0" err="1"/>
              <a:t>הפרויקט</a:t>
            </a:r>
            <a:r>
              <a:rPr lang="en-GB" dirty="0"/>
              <a:t> </a:t>
            </a:r>
            <a:r>
              <a:rPr lang="en-GB" dirty="0" err="1"/>
              <a:t>של</a:t>
            </a:r>
            <a:r>
              <a:rPr lang="en-GB" dirty="0"/>
              <a:t> </a:t>
            </a:r>
            <a:r>
              <a:rPr lang="en-GB" dirty="0" err="1"/>
              <a:t>המשתמש</a:t>
            </a:r>
            <a:r>
              <a:rPr lang="en-GB" dirty="0"/>
              <a:t>  </a:t>
            </a:r>
            <a:r>
              <a:rPr lang="en-GB" dirty="0" err="1"/>
              <a:t>לבין</a:t>
            </a:r>
            <a:r>
              <a:rPr lang="en-GB" dirty="0"/>
              <a:t> </a:t>
            </a:r>
            <a:r>
              <a:rPr lang="en-GB" dirty="0" err="1"/>
              <a:t>מאגר</a:t>
            </a:r>
            <a:r>
              <a:rPr lang="en-GB" dirty="0"/>
              <a:t> </a:t>
            </a:r>
            <a:r>
              <a:rPr lang="en-GB" dirty="0" err="1"/>
              <a:t>התקצירים</a:t>
            </a:r>
            <a:r>
              <a:rPr lang="en-GB" dirty="0"/>
              <a:t> </a:t>
            </a:r>
            <a:r>
              <a:rPr lang="en-GB" dirty="0" err="1"/>
              <a:t>של</a:t>
            </a:r>
            <a:r>
              <a:rPr lang="en-GB" dirty="0"/>
              <a:t> </a:t>
            </a:r>
            <a:r>
              <a:rPr lang="en-GB" dirty="0" err="1"/>
              <a:t>המאמרים</a:t>
            </a:r>
            <a:r>
              <a:rPr lang="en-GB" dirty="0"/>
              <a:t>.</a:t>
            </a:r>
          </a:p>
          <a:p>
            <a:pPr lvl="0" algn="r" rtl="1"/>
            <a:r>
              <a:rPr lang="en-GB" b="1" dirty="0" err="1"/>
              <a:t>פרסונליזציה</a:t>
            </a:r>
            <a:r>
              <a:rPr lang="en-GB" b="1" dirty="0"/>
              <a:t> </a:t>
            </a:r>
            <a:r>
              <a:rPr lang="en-GB" b="1" dirty="0" err="1"/>
              <a:t>מתמשכת</a:t>
            </a:r>
            <a:r>
              <a:rPr lang="en-GB" b="1" dirty="0"/>
              <a:t>:</a:t>
            </a:r>
            <a:r>
              <a:rPr lang="en-GB" dirty="0"/>
              <a:t> </a:t>
            </a:r>
            <a:r>
              <a:rPr lang="en-GB" dirty="0" err="1"/>
              <a:t>המערכת</a:t>
            </a:r>
            <a:r>
              <a:rPr lang="en-GB" dirty="0"/>
              <a:t> </a:t>
            </a:r>
            <a:r>
              <a:rPr lang="en-GB" dirty="0" err="1"/>
              <a:t>תלמד</a:t>
            </a:r>
            <a:r>
              <a:rPr lang="en-GB" dirty="0"/>
              <a:t> </a:t>
            </a:r>
            <a:r>
              <a:rPr lang="en-GB" dirty="0" err="1"/>
              <a:t>מההיסטוריה</a:t>
            </a:r>
            <a:r>
              <a:rPr lang="en-GB" dirty="0"/>
              <a:t> </a:t>
            </a:r>
            <a:r>
              <a:rPr lang="en-GB" dirty="0" err="1"/>
              <a:t>של</a:t>
            </a:r>
            <a:r>
              <a:rPr lang="en-GB" dirty="0"/>
              <a:t> </a:t>
            </a:r>
            <a:r>
              <a:rPr lang="en-GB" dirty="0" err="1"/>
              <a:t>המשתמש</a:t>
            </a:r>
            <a:r>
              <a:rPr lang="en-GB" dirty="0"/>
              <a:t> – </a:t>
            </a:r>
            <a:r>
              <a:rPr lang="en-GB" dirty="0" err="1"/>
              <a:t>אילו</a:t>
            </a:r>
            <a:r>
              <a:rPr lang="en-GB" dirty="0"/>
              <a:t> </a:t>
            </a:r>
            <a:r>
              <a:rPr lang="en-GB" dirty="0" err="1"/>
              <a:t>מאמרים</a:t>
            </a:r>
            <a:r>
              <a:rPr lang="en-GB" dirty="0"/>
              <a:t> </a:t>
            </a:r>
            <a:r>
              <a:rPr lang="en-GB" dirty="0" err="1"/>
              <a:t>הוא</a:t>
            </a:r>
            <a:r>
              <a:rPr lang="en-GB" dirty="0"/>
              <a:t> </a:t>
            </a:r>
            <a:r>
              <a:rPr lang="en-GB" dirty="0" err="1"/>
              <a:t>שמר</a:t>
            </a:r>
            <a:r>
              <a:rPr lang="en-GB" dirty="0"/>
              <a:t>, </a:t>
            </a:r>
            <a:r>
              <a:rPr lang="en-GB" dirty="0" err="1"/>
              <a:t>ציטט</a:t>
            </a:r>
            <a:r>
              <a:rPr lang="en-GB" dirty="0"/>
              <a:t> </a:t>
            </a:r>
            <a:r>
              <a:rPr lang="en-GB" dirty="0" err="1"/>
              <a:t>או</a:t>
            </a:r>
            <a:r>
              <a:rPr lang="en-GB" dirty="0"/>
              <a:t> </a:t>
            </a:r>
            <a:r>
              <a:rPr lang="en-GB" dirty="0" err="1"/>
              <a:t>דחה</a:t>
            </a:r>
            <a:r>
              <a:rPr lang="he-IL" dirty="0"/>
              <a:t> על פי הפעולות שלו</a:t>
            </a:r>
            <a:r>
              <a:rPr lang="en-GB" dirty="0"/>
              <a:t>, </a:t>
            </a:r>
            <a:r>
              <a:rPr lang="en-GB" dirty="0" err="1"/>
              <a:t>וכך</a:t>
            </a:r>
            <a:r>
              <a:rPr lang="en-GB" dirty="0"/>
              <a:t> </a:t>
            </a:r>
            <a:r>
              <a:rPr lang="en-GB" dirty="0" err="1"/>
              <a:t>תעדכן</a:t>
            </a:r>
            <a:r>
              <a:rPr lang="en-GB" dirty="0"/>
              <a:t> </a:t>
            </a:r>
            <a:r>
              <a:rPr lang="en-GB" dirty="0" err="1"/>
              <a:t>את</a:t>
            </a:r>
            <a:r>
              <a:rPr lang="en-GB" dirty="0"/>
              <a:t> </a:t>
            </a:r>
            <a:r>
              <a:rPr lang="en-GB" dirty="0" err="1"/>
              <a:t>פרופיל</a:t>
            </a:r>
            <a:r>
              <a:rPr lang="en-GB" dirty="0"/>
              <a:t> </a:t>
            </a:r>
            <a:r>
              <a:rPr lang="en-GB" dirty="0" err="1"/>
              <a:t>תחומי</a:t>
            </a:r>
            <a:r>
              <a:rPr lang="en-GB" dirty="0"/>
              <a:t> </a:t>
            </a:r>
            <a:r>
              <a:rPr lang="en-GB" dirty="0" err="1"/>
              <a:t>העניין</a:t>
            </a:r>
            <a:r>
              <a:rPr lang="en-GB" dirty="0"/>
              <a:t> </a:t>
            </a:r>
            <a:r>
              <a:rPr lang="en-GB" dirty="0" err="1"/>
              <a:t>שלו</a:t>
            </a:r>
            <a:r>
              <a:rPr lang="en-GB" dirty="0"/>
              <a:t> </a:t>
            </a:r>
            <a:r>
              <a:rPr lang="en-GB" dirty="0" err="1"/>
              <a:t>כדי</a:t>
            </a:r>
            <a:r>
              <a:rPr lang="en-GB" dirty="0"/>
              <a:t> </a:t>
            </a:r>
            <a:r>
              <a:rPr lang="en-GB" dirty="0" err="1"/>
              <a:t>לשפר</a:t>
            </a:r>
            <a:r>
              <a:rPr lang="en-GB" dirty="0"/>
              <a:t> </a:t>
            </a:r>
            <a:r>
              <a:rPr lang="en-GB" dirty="0" err="1"/>
              <a:t>המלצות</a:t>
            </a:r>
            <a:r>
              <a:rPr lang="en-GB" dirty="0"/>
              <a:t> </a:t>
            </a:r>
            <a:r>
              <a:rPr lang="en-GB" dirty="0" err="1"/>
              <a:t>עתידיות</a:t>
            </a:r>
            <a:r>
              <a:rPr lang="he-IL" dirty="0"/>
              <a:t> לפרוייקט ספציפי זה, וילמד איזה המלצות לתת לאחרים בעתיד</a:t>
            </a:r>
            <a:r>
              <a:rPr lang="en-GB" dirty="0"/>
              <a:t>.</a:t>
            </a:r>
          </a:p>
          <a:p>
            <a:pPr algn="r" rtl="1"/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59342585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3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B68566-4A0F-92C8-FB56-F8BB885758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 rtl="1"/>
            <a:r>
              <a:rPr lang="he-IL" dirty="0">
                <a:latin typeface="Arial" panose="020B0604020202020204" pitchFamily="34" charset="0"/>
                <a:cs typeface="Arial" panose="020B0604020202020204" pitchFamily="34" charset="0"/>
              </a:rPr>
              <a:t>מ</a:t>
            </a:r>
            <a:r>
              <a:rPr lang="en-GB" dirty="0" err="1">
                <a:latin typeface="Arial" panose="020B0604020202020204" pitchFamily="34" charset="0"/>
                <a:cs typeface="Arial" panose="020B0604020202020204" pitchFamily="34" charset="0"/>
              </a:rPr>
              <a:t>ערכת</a:t>
            </a:r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dirty="0" err="1">
                <a:latin typeface="Arial" panose="020B0604020202020204" pitchFamily="34" charset="0"/>
                <a:cs typeface="Arial" panose="020B0604020202020204" pitchFamily="34" charset="0"/>
              </a:rPr>
              <a:t>המלצות</a:t>
            </a:r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dirty="0" err="1">
                <a:latin typeface="Arial" panose="020B0604020202020204" pitchFamily="34" charset="0"/>
                <a:cs typeface="Arial" panose="020B0604020202020204" pitchFamily="34" charset="0"/>
              </a:rPr>
              <a:t>חכמה</a:t>
            </a:r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dirty="0" err="1">
                <a:latin typeface="Arial" panose="020B0604020202020204" pitchFamily="34" charset="0"/>
                <a:cs typeface="Arial" panose="020B0604020202020204" pitchFamily="34" charset="0"/>
              </a:rPr>
              <a:t>לתחליפי</a:t>
            </a:r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dirty="0" err="1">
                <a:latin typeface="Arial" panose="020B0604020202020204" pitchFamily="34" charset="0"/>
                <a:cs typeface="Arial" panose="020B0604020202020204" pitchFamily="34" charset="0"/>
              </a:rPr>
              <a:t>מזון</a:t>
            </a:r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dirty="0" err="1">
                <a:latin typeface="Arial" panose="020B0604020202020204" pitchFamily="34" charset="0"/>
                <a:cs typeface="Arial" panose="020B0604020202020204" pitchFamily="34" charset="0"/>
              </a:rPr>
              <a:t>בריאים</a:t>
            </a:r>
            <a:endParaRPr lang="en-GB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E5FF3C-58E1-7F60-4C56-026B328279C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algn="r" rtl="1"/>
            <a:r>
              <a:rPr lang="en-GB" b="1" dirty="0" err="1">
                <a:latin typeface="Arial" panose="020B0604020202020204" pitchFamily="34" charset="0"/>
                <a:cs typeface="Arial" panose="020B0604020202020204" pitchFamily="34" charset="0"/>
              </a:rPr>
              <a:t>הבעיה</a:t>
            </a:r>
            <a:r>
              <a:rPr lang="en-GB" b="1" dirty="0"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dirty="0" err="1">
                <a:latin typeface="Arial" panose="020B0604020202020204" pitchFamily="34" charset="0"/>
                <a:cs typeface="Arial" panose="020B0604020202020204" pitchFamily="34" charset="0"/>
              </a:rPr>
              <a:t>חוסר</a:t>
            </a:r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dirty="0" err="1">
                <a:latin typeface="Arial" panose="020B0604020202020204" pitchFamily="34" charset="0"/>
                <a:cs typeface="Arial" panose="020B0604020202020204" pitchFamily="34" charset="0"/>
              </a:rPr>
              <a:t>מלאי</a:t>
            </a:r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dirty="0" err="1">
                <a:latin typeface="Arial" panose="020B0604020202020204" pitchFamily="34" charset="0"/>
                <a:cs typeface="Arial" panose="020B0604020202020204" pitchFamily="34" charset="0"/>
              </a:rPr>
              <a:t>של</a:t>
            </a:r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dirty="0" err="1">
                <a:latin typeface="Arial" panose="020B0604020202020204" pitchFamily="34" charset="0"/>
                <a:cs typeface="Arial" panose="020B0604020202020204" pitchFamily="34" charset="0"/>
              </a:rPr>
              <a:t>מוצרים</a:t>
            </a:r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dirty="0" err="1">
                <a:latin typeface="Arial" panose="020B0604020202020204" pitchFamily="34" charset="0"/>
                <a:cs typeface="Arial" panose="020B0604020202020204" pitchFamily="34" charset="0"/>
              </a:rPr>
              <a:t>ספציפיים</a:t>
            </a:r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dirty="0" err="1">
                <a:latin typeface="Arial" panose="020B0604020202020204" pitchFamily="34" charset="0"/>
                <a:cs typeface="Arial" panose="020B0604020202020204" pitchFamily="34" charset="0"/>
              </a:rPr>
              <a:t>בסופרמרקט</a:t>
            </a:r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dirty="0" err="1">
                <a:latin typeface="Arial" panose="020B0604020202020204" pitchFamily="34" charset="0"/>
                <a:cs typeface="Arial" panose="020B0604020202020204" pitchFamily="34" charset="0"/>
              </a:rPr>
              <a:t>או</a:t>
            </a:r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he-IL" dirty="0">
                <a:latin typeface="Arial" panose="020B0604020202020204" pitchFamily="34" charset="0"/>
                <a:cs typeface="Arial" panose="020B0604020202020204" pitchFamily="34" charset="0"/>
              </a:rPr>
              <a:t>עניין </a:t>
            </a:r>
            <a:r>
              <a:rPr lang="en-GB" dirty="0" err="1">
                <a:latin typeface="Arial" panose="020B0604020202020204" pitchFamily="34" charset="0"/>
                <a:cs typeface="Arial" panose="020B0604020202020204" pitchFamily="34" charset="0"/>
              </a:rPr>
              <a:t>לשפר</a:t>
            </a:r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dirty="0" err="1">
                <a:latin typeface="Arial" panose="020B0604020202020204" pitchFamily="34" charset="0"/>
                <a:cs typeface="Arial" panose="020B0604020202020204" pitchFamily="34" charset="0"/>
              </a:rPr>
              <a:t>את</a:t>
            </a:r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dirty="0" err="1">
                <a:latin typeface="Arial" panose="020B0604020202020204" pitchFamily="34" charset="0"/>
                <a:cs typeface="Arial" panose="020B0604020202020204" pitchFamily="34" charset="0"/>
              </a:rPr>
              <a:t>סל</a:t>
            </a:r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dirty="0" err="1">
                <a:latin typeface="Arial" panose="020B0604020202020204" pitchFamily="34" charset="0"/>
                <a:cs typeface="Arial" panose="020B0604020202020204" pitchFamily="34" charset="0"/>
              </a:rPr>
              <a:t>הקניות</a:t>
            </a:r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he-IL" dirty="0">
                <a:latin typeface="Arial" panose="020B0604020202020204" pitchFamily="34" charset="0"/>
                <a:cs typeface="Arial" panose="020B0604020202020204" pitchFamily="34" charset="0"/>
              </a:rPr>
              <a:t>מבחינה בריאותית.</a:t>
            </a:r>
          </a:p>
          <a:p>
            <a:pPr lvl="0" algn="r" rtl="1"/>
            <a:r>
              <a:rPr lang="en-GB" b="1" dirty="0" err="1">
                <a:latin typeface="Arial" panose="020B0604020202020204" pitchFamily="34" charset="0"/>
                <a:cs typeface="Arial" panose="020B0604020202020204" pitchFamily="34" charset="0"/>
              </a:rPr>
              <a:t>הפתרון</a:t>
            </a:r>
            <a:r>
              <a:rPr lang="en-GB" b="1" dirty="0"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dirty="0" err="1">
                <a:latin typeface="Arial" panose="020B0604020202020204" pitchFamily="34" charset="0"/>
                <a:cs typeface="Arial" panose="020B0604020202020204" pitchFamily="34" charset="0"/>
              </a:rPr>
              <a:t>אפליקציה</a:t>
            </a:r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dirty="0" err="1">
                <a:latin typeface="Arial" panose="020B0604020202020204" pitchFamily="34" charset="0"/>
                <a:cs typeface="Arial" panose="020B0604020202020204" pitchFamily="34" charset="0"/>
              </a:rPr>
              <a:t>נגישה</a:t>
            </a:r>
            <a:r>
              <a:rPr lang="he-IL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GB" dirty="0" err="1">
                <a:latin typeface="Arial" panose="020B0604020202020204" pitchFamily="34" charset="0"/>
                <a:cs typeface="Arial" panose="020B0604020202020204" pitchFamily="34" charset="0"/>
              </a:rPr>
              <a:t>לשימוש</a:t>
            </a:r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dirty="0" err="1">
                <a:latin typeface="Arial" panose="020B0604020202020204" pitchFamily="34" charset="0"/>
                <a:cs typeface="Arial" panose="020B0604020202020204" pitchFamily="34" charset="0"/>
              </a:rPr>
              <a:t>בבית</a:t>
            </a:r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dirty="0" err="1">
                <a:latin typeface="Arial" panose="020B0604020202020204" pitchFamily="34" charset="0"/>
                <a:cs typeface="Arial" panose="020B0604020202020204" pitchFamily="34" charset="0"/>
              </a:rPr>
              <a:t>בתכנון</a:t>
            </a:r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dirty="0" err="1">
                <a:latin typeface="Arial" panose="020B0604020202020204" pitchFamily="34" charset="0"/>
                <a:cs typeface="Arial" panose="020B0604020202020204" pitchFamily="34" charset="0"/>
              </a:rPr>
              <a:t>הקניות</a:t>
            </a:r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dirty="0" err="1">
                <a:latin typeface="Arial" panose="020B0604020202020204" pitchFamily="34" charset="0"/>
                <a:cs typeface="Arial" panose="020B0604020202020204" pitchFamily="34" charset="0"/>
              </a:rPr>
              <a:t>או</a:t>
            </a:r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dirty="0" err="1">
                <a:latin typeface="Arial" panose="020B0604020202020204" pitchFamily="34" charset="0"/>
                <a:cs typeface="Arial" panose="020B0604020202020204" pitchFamily="34" charset="0"/>
              </a:rPr>
              <a:t>פיזית</a:t>
            </a:r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dirty="0" err="1">
                <a:latin typeface="Arial" panose="020B0604020202020204" pitchFamily="34" charset="0"/>
                <a:cs typeface="Arial" panose="020B0604020202020204" pitchFamily="34" charset="0"/>
              </a:rPr>
              <a:t>בסופר</a:t>
            </a:r>
            <a:r>
              <a:rPr lang="he-IL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dirty="0" err="1">
                <a:latin typeface="Arial" panose="020B0604020202020204" pitchFamily="34" charset="0"/>
                <a:cs typeface="Arial" panose="020B0604020202020204" pitchFamily="34" charset="0"/>
              </a:rPr>
              <a:t>המקבלת</a:t>
            </a:r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dirty="0" err="1">
                <a:latin typeface="Arial" panose="020B0604020202020204" pitchFamily="34" charset="0"/>
                <a:cs typeface="Arial" panose="020B0604020202020204" pitchFamily="34" charset="0"/>
              </a:rPr>
              <a:t>מוצר</a:t>
            </a:r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dirty="0" err="1">
                <a:latin typeface="Arial" panose="020B0604020202020204" pitchFamily="34" charset="0"/>
                <a:cs typeface="Arial" panose="020B0604020202020204" pitchFamily="34" charset="0"/>
              </a:rPr>
              <a:t>קיים</a:t>
            </a:r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dirty="0" err="1">
                <a:latin typeface="Arial" panose="020B0604020202020204" pitchFamily="34" charset="0"/>
                <a:cs typeface="Arial" panose="020B0604020202020204" pitchFamily="34" charset="0"/>
              </a:rPr>
              <a:t>וממליצה</a:t>
            </a:r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dirty="0" err="1">
                <a:latin typeface="Arial" panose="020B0604020202020204" pitchFamily="34" charset="0"/>
                <a:cs typeface="Arial" panose="020B0604020202020204" pitchFamily="34" charset="0"/>
              </a:rPr>
              <a:t>על</a:t>
            </a:r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dirty="0" err="1">
                <a:latin typeface="Arial" panose="020B0604020202020204" pitchFamily="34" charset="0"/>
                <a:cs typeface="Arial" panose="020B0604020202020204" pitchFamily="34" charset="0"/>
              </a:rPr>
              <a:t>התחליף</a:t>
            </a:r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dirty="0" err="1">
                <a:latin typeface="Arial" panose="020B0604020202020204" pitchFamily="34" charset="0"/>
                <a:cs typeface="Arial" panose="020B0604020202020204" pitchFamily="34" charset="0"/>
              </a:rPr>
              <a:t>האופטימלי</a:t>
            </a:r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lvl="0" algn="r" rtl="1"/>
            <a:r>
              <a:rPr lang="en-GB" b="1" dirty="0" err="1">
                <a:latin typeface="Arial" panose="020B0604020202020204" pitchFamily="34" charset="0"/>
                <a:cs typeface="Arial" panose="020B0604020202020204" pitchFamily="34" charset="0"/>
              </a:rPr>
              <a:t>הערך</a:t>
            </a:r>
            <a:r>
              <a:rPr lang="en-GB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b="1" dirty="0" err="1">
                <a:latin typeface="Arial" panose="020B0604020202020204" pitchFamily="34" charset="0"/>
                <a:cs typeface="Arial" panose="020B0604020202020204" pitchFamily="34" charset="0"/>
              </a:rPr>
              <a:t>המוסף</a:t>
            </a:r>
            <a:r>
              <a:rPr lang="en-GB" b="1" dirty="0"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dirty="0" err="1">
                <a:latin typeface="Arial" panose="020B0604020202020204" pitchFamily="34" charset="0"/>
                <a:cs typeface="Arial" panose="020B0604020202020204" pitchFamily="34" charset="0"/>
              </a:rPr>
              <a:t>קבלת</a:t>
            </a:r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dirty="0" err="1">
                <a:latin typeface="Arial" panose="020B0604020202020204" pitchFamily="34" charset="0"/>
                <a:cs typeface="Arial" panose="020B0604020202020204" pitchFamily="34" charset="0"/>
              </a:rPr>
              <a:t>החלטות</a:t>
            </a:r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dirty="0" err="1">
                <a:latin typeface="Arial" panose="020B0604020202020204" pitchFamily="34" charset="0"/>
                <a:cs typeface="Arial" panose="020B0604020202020204" pitchFamily="34" charset="0"/>
              </a:rPr>
              <a:t>צרכניות</a:t>
            </a:r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dirty="0" err="1">
                <a:latin typeface="Arial" panose="020B0604020202020204" pitchFamily="34" charset="0"/>
                <a:cs typeface="Arial" panose="020B0604020202020204" pitchFamily="34" charset="0"/>
              </a:rPr>
              <a:t>חכמות</a:t>
            </a:r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dirty="0" err="1">
                <a:latin typeface="Arial" panose="020B0604020202020204" pitchFamily="34" charset="0"/>
                <a:cs typeface="Arial" panose="020B0604020202020204" pitchFamily="34" charset="0"/>
              </a:rPr>
              <a:t>יותר</a:t>
            </a:r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GB" dirty="0" err="1">
                <a:latin typeface="Arial" panose="020B0604020202020204" pitchFamily="34" charset="0"/>
                <a:cs typeface="Arial" panose="020B0604020202020204" pitchFamily="34" charset="0"/>
              </a:rPr>
              <a:t>עמידה</a:t>
            </a:r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dirty="0" err="1">
                <a:latin typeface="Arial" panose="020B0604020202020204" pitchFamily="34" charset="0"/>
                <a:cs typeface="Arial" panose="020B0604020202020204" pitchFamily="34" charset="0"/>
              </a:rPr>
              <a:t>ביעדים</a:t>
            </a:r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dirty="0" err="1">
                <a:latin typeface="Arial" panose="020B0604020202020204" pitchFamily="34" charset="0"/>
                <a:cs typeface="Arial" panose="020B0604020202020204" pitchFamily="34" charset="0"/>
              </a:rPr>
              <a:t>תזונתיים</a:t>
            </a:r>
            <a:r>
              <a:rPr lang="he-IL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GB" dirty="0" err="1">
                <a:latin typeface="Arial" panose="020B0604020202020204" pitchFamily="34" charset="0"/>
                <a:cs typeface="Arial" panose="020B0604020202020204" pitchFamily="34" charset="0"/>
              </a:rPr>
              <a:t>כמו</a:t>
            </a:r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dirty="0" err="1">
                <a:latin typeface="Arial" panose="020B0604020202020204" pitchFamily="34" charset="0"/>
                <a:cs typeface="Arial" panose="020B0604020202020204" pitchFamily="34" charset="0"/>
              </a:rPr>
              <a:t>צריכת</a:t>
            </a:r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dirty="0" err="1">
                <a:latin typeface="Arial" panose="020B0604020202020204" pitchFamily="34" charset="0"/>
                <a:cs typeface="Arial" panose="020B0604020202020204" pitchFamily="34" charset="0"/>
              </a:rPr>
              <a:t>חלבון</a:t>
            </a:r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GB" dirty="0" err="1">
                <a:latin typeface="Arial" panose="020B0604020202020204" pitchFamily="34" charset="0"/>
                <a:cs typeface="Arial" panose="020B0604020202020204" pitchFamily="34" charset="0"/>
              </a:rPr>
              <a:t>סיבים</a:t>
            </a:r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dirty="0" err="1">
                <a:latin typeface="Arial" panose="020B0604020202020204" pitchFamily="34" charset="0"/>
                <a:cs typeface="Arial" panose="020B0604020202020204" pitchFamily="34" charset="0"/>
              </a:rPr>
              <a:t>תזונתיים</a:t>
            </a:r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dirty="0" err="1">
                <a:latin typeface="Arial" panose="020B0604020202020204" pitchFamily="34" charset="0"/>
                <a:cs typeface="Arial" panose="020B0604020202020204" pitchFamily="34" charset="0"/>
              </a:rPr>
              <a:t>או</a:t>
            </a:r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dirty="0" err="1">
                <a:latin typeface="Arial" panose="020B0604020202020204" pitchFamily="34" charset="0"/>
                <a:cs typeface="Arial" panose="020B0604020202020204" pitchFamily="34" charset="0"/>
              </a:rPr>
              <a:t>עמידה</a:t>
            </a:r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dirty="0" err="1">
                <a:latin typeface="Arial" panose="020B0604020202020204" pitchFamily="34" charset="0"/>
                <a:cs typeface="Arial" panose="020B0604020202020204" pitchFamily="34" charset="0"/>
              </a:rPr>
              <a:t>ביעדי</a:t>
            </a:r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dirty="0" err="1">
                <a:latin typeface="Arial" panose="020B0604020202020204" pitchFamily="34" charset="0"/>
                <a:cs typeface="Arial" panose="020B0604020202020204" pitchFamily="34" charset="0"/>
              </a:rPr>
              <a:t>קלוריות</a:t>
            </a:r>
            <a:r>
              <a:rPr lang="he-IL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GB" dirty="0" err="1">
                <a:latin typeface="Arial" panose="020B0604020202020204" pitchFamily="34" charset="0"/>
                <a:cs typeface="Arial" panose="020B0604020202020204" pitchFamily="34" charset="0"/>
              </a:rPr>
              <a:t>וחיסכון</a:t>
            </a:r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dirty="0" err="1">
                <a:latin typeface="Arial" panose="020B0604020202020204" pitchFamily="34" charset="0"/>
                <a:cs typeface="Arial" panose="020B0604020202020204" pitchFamily="34" charset="0"/>
              </a:rPr>
              <a:t>בזמן</a:t>
            </a:r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algn="r" rtl="1"/>
            <a:endParaRPr lang="en-GB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5898647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3">
            <a:lumMod val="20000"/>
            <a:lumOff val="8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198A786-D87E-095A-07C8-6E5D0DF529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9F721E-65BD-F7CA-F2B8-3A95581AD8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 rtl="1"/>
            <a:r>
              <a:rPr lang="he-IL" dirty="0">
                <a:cs typeface="+mn-cs"/>
              </a:rPr>
              <a:t>מנגנון ההמלצה</a:t>
            </a:r>
            <a:endParaRPr lang="en-GB" dirty="0">
              <a:cs typeface="+mn-cs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C31FDB-DB6F-07AC-EE79-44C2050586D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r" rtl="1"/>
            <a:r>
              <a:rPr lang="he-IL" b="1" dirty="0"/>
              <a:t>סינון מבוסס אילוצים: </a:t>
            </a:r>
            <a:r>
              <a:rPr lang="he-IL" dirty="0"/>
              <a:t>המערכת תפעיל תחילה סינון קשיח כדי למנוע "סטיות קטגוריה".</a:t>
            </a:r>
          </a:p>
          <a:p>
            <a:pPr algn="r" rtl="1"/>
            <a:r>
              <a:rPr lang="he-IL" b="1" dirty="0"/>
              <a:t>מנוע המלצה מבוסס תוכן: </a:t>
            </a:r>
            <a:r>
              <a:rPr lang="he-IL" dirty="0"/>
              <a:t>ייצוג כל מוצר כווקטור תכונות הכולל ערכים תזונתיים (קלוריות, פחמימות, חלבונים), מחיר ורכיבים.</a:t>
            </a:r>
          </a:p>
          <a:p>
            <a:pPr algn="r" rtl="1"/>
            <a:r>
              <a:rPr lang="he-IL" b="1" dirty="0"/>
              <a:t>חישוב דמיון: </a:t>
            </a:r>
            <a:r>
              <a:rPr lang="he-IL" dirty="0"/>
              <a:t>נחשב את הדימיון בין המוצרים ונציע ללקוח את הדברים שהכי קרובים אליהם ועונים על הצרכים שלהם.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76011905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Calibri">
      <a:maj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Axis</Template>
  <TotalTime>1144</TotalTime>
  <Words>633</Words>
  <Application>Microsoft Office PowerPoint</Application>
  <PresentationFormat>Widescreen</PresentationFormat>
  <Paragraphs>34</Paragraphs>
  <Slides>8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Aptos</vt:lpstr>
      <vt:lpstr>Arial</vt:lpstr>
      <vt:lpstr>Calibri</vt:lpstr>
      <vt:lpstr>Office Theme</vt:lpstr>
      <vt:lpstr>PowerPoint Presentation</vt:lpstr>
      <vt:lpstr>מנוע ההמלצה וצ'אטבוט מלווה </vt:lpstr>
      <vt:lpstr>2. מעבר דירות - תיאור המערכת והצורך </vt:lpstr>
      <vt:lpstr>מנגנון ההמלצה והפרסונליזציה</vt:lpstr>
      <vt:lpstr>3. מערכת המלצה למאמרים אקדמיים</vt:lpstr>
      <vt:lpstr>מנגנון</vt:lpstr>
      <vt:lpstr>מערכת המלצות חכמה לתחליפי מזון בריאים</vt:lpstr>
      <vt:lpstr>מנגנון ההמלצה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Lana Ashmuz</dc:creator>
  <cp:lastModifiedBy>Lana Ashmuz</cp:lastModifiedBy>
  <cp:revision>4</cp:revision>
  <dcterms:created xsi:type="dcterms:W3CDTF">2026-10-18T12:59:59Z</dcterms:created>
  <dcterms:modified xsi:type="dcterms:W3CDTF">2026-10-19T08:27:02Z</dcterms:modified>
</cp:coreProperties>
</file>