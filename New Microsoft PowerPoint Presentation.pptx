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notesMasterIdLst>
    <p:notesMasterId r:id="rId10"/>
  </p:notesMasterIdLst>
  <p:sldIdLst>
    <p:sldId id="257" r:id="rId2"/>
    <p:sldId id="263" r:id="rId3"/>
    <p:sldId id="258" r:id="rId4"/>
    <p:sldId id="264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84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41A32B-4159-4969-A31D-85EF492DACFA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8B8ED-6AAC-44F7-8914-74B74794D5B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09881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172DF-AB3B-FF38-E3F7-13B5216DE6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8D0BB-D00B-A82E-1065-EA5CCC8411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26BE3D-55B1-1637-137E-A14C0678EA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6219D-CFDA-6DC8-137F-4F38A8267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8B6C2-67F1-14FE-76DF-804690416A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352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7A6B-57B2-D81F-CA42-635108E1B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077CD-8CD5-F2B0-AD0B-F004C65BF1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576D63-E65E-F9AA-2405-1A3588363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5B45CC-7117-A9E4-FF7B-B9989AA11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123B4C-BBFB-54F0-0CE0-0A7EDC5C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147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E471-DB4A-F838-25B1-9D54B3160A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809F53-05BB-735C-688A-4A9893013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40C96-5AFA-45BD-0763-C4FDE8ACB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91B0F-81D9-359B-BAE1-164C01598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FEE697-1C97-C63A-D35F-7E199381A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9345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DFF7-BCD5-E717-5E50-F8150EB4A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EA8BF-691F-2F91-DE14-775FB39A7E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165AE7-A42E-0D2B-0FEA-8ABFC89362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A9D822-1FEA-CA33-C066-C6921D83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EDF7A1-1081-5388-12F6-C1D5C14CE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11C3C-4DB2-AF77-F7C6-17FA80CF1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6125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A7B7E-12E1-2507-B86A-5BF1B34B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4B2DA6-E5C8-6516-5022-6228AAC876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19055B-716F-0632-B8AC-E3DAF457F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4773DC-0920-7F6E-5FB8-27E07134A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11AEEF-FA42-27B8-4464-7D617E7981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B1D710-18C8-4B3E-75D7-BAD4E6856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087C6-50CB-A5F8-3522-5D781C45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7877BF-197E-55C0-A330-E23D7589A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5426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5D361-8EDE-97F6-8F4B-C1F55D11F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49886A-6991-F271-4ABD-5F150024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E18AC4-9E0A-8D76-A230-9306F2701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7DC1E-1B52-503D-FE34-93409D41D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4579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9039D-93B7-1408-AD5B-79A2642DB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50AD7-3743-5573-69F5-A041E1006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AB68CB-7442-84AF-5B05-C0FEF1484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8588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2E370-249C-00D2-A248-D4AD56937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7D7C3-D2A8-CE75-4D1A-9FDA3235A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F6AD2-0207-253E-C74B-71B0218A50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363706-7416-6F1B-778A-40078C41F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48F09-D60D-0E40-5525-E17DD71F17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42CB73-0FC9-F272-3601-4EF40A1B0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958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D5F23-0DE5-E6B2-B28C-573A2660D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78AA7A-AE26-1A17-FC25-802162AFBE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1195A4-0960-8E0E-1727-80BB2AE8A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C04DA3-D67C-9A3C-7F26-C739E7DC3E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5AFAF6-5178-46D0-B348-536829F63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28FBFC-1DA6-7F31-C501-901644A3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9150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18EA9C-1B4F-9B36-E902-F0048FB87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C6CAD2-4986-D70F-590A-5BA40B532A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A9A6B5-1B47-273F-292D-D636E19B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9940D-53CE-4070-C69C-163EEA608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5E16FA-CD06-8721-E6D5-301CF3C80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20849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D0CB69-C5C4-DFC1-D5D0-2B99D89D5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30E9B4-F999-B8ED-3577-CCBD77BD4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CE3CE9-0B24-8159-C53B-B14808DAA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774680-A876-7A82-1B70-D220AC65E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E9BA2-61C1-F324-53F3-5EF71161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212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1BD158-62C5-25DF-AB34-B3FBB3B0C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178BA-80C2-D758-53BA-53BD82C06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91689-BBE4-E537-CAF8-271D2BFE91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5164D4-6244-461E-86B8-0564CCBE105E}" type="datetimeFigureOut">
              <a:rPr lang="en-GB" smtClean="0"/>
              <a:t>18/10/2026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973335-9EA1-B6D6-E20C-8A55A71573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54B51-9BC6-7BFE-C39D-15ABDFB861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183FFC-CF20-42B3-B030-38CF89C61CB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449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" name="Google Shape;100;p2" descr="1,821,795 Tree Sunlight Nature Stock Photos - Free &amp; Royalty-Free Stock  Photos from Dreamstime"/>
          <p:cNvPicPr preferRelativeResize="0"/>
          <p:nvPr/>
        </p:nvPicPr>
        <p:blipFill rotWithShape="1">
          <a:blip r:embed="rId3">
            <a:alphaModFix/>
          </a:blip>
          <a:srcRect l="2677" r="3205" b="-1"/>
          <a:stretch/>
        </p:blipFill>
        <p:spPr>
          <a:xfrm>
            <a:off x="1" y="10"/>
            <a:ext cx="966964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"/>
          <p:cNvSpPr/>
          <p:nvPr/>
        </p:nvSpPr>
        <p:spPr>
          <a:xfrm>
            <a:off x="-51758" y="0"/>
            <a:ext cx="12188951" cy="6858001"/>
          </a:xfrm>
          <a:prstGeom prst="rect">
            <a:avLst/>
          </a:prstGeom>
          <a:solidFill>
            <a:srgbClr val="FFFFFF">
              <a:alpha val="6000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2"/>
          <p:cNvSpPr/>
          <p:nvPr/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3338286" y="162875"/>
            <a:ext cx="8739664" cy="149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he-IL" sz="5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540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Grave Matters</a:t>
            </a:r>
            <a:endParaRPr sz="5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864158" y="1242204"/>
            <a:ext cx="11265549" cy="5303397"/>
          </a:xfrm>
          <a:prstGeom prst="roundRect">
            <a:avLst>
              <a:gd name="adj" fmla="val 16667"/>
            </a:avLst>
          </a:prstGeom>
          <a:solidFill>
            <a:srgbClr val="FFFFFF">
              <a:alpha val="24705"/>
            </a:srgbClr>
          </a:solidFill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Catchphrase: all grieve no work</a:t>
            </a:r>
            <a:endParaRPr dirty="0"/>
          </a:p>
          <a:p>
            <a:pPr marL="0" marR="0" lvl="0" indent="0" algn="r" rtl="1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en-US" sz="204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הגדרת</a:t>
            </a:r>
            <a:r>
              <a:rPr lang="en-US" sz="204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1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העסק</a:t>
            </a:r>
            <a:r>
              <a:rPr lang="en-US" sz="2040" b="1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Marketplace concentrator </a:t>
            </a:r>
            <a:b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מטרת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העסק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היא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להקל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על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אנשים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בעת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מקר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באמצעות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אתר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המרכז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המשימות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הבירוקרטיות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שנדרש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לבצע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e-IL" sz="204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בעת אובדן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ואת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מגוון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השירותים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האפשריים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הנהוגים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במקרים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אלו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תוך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כדי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התאמה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אישית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לאמונתו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רצונו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he-IL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ותקציבו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של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4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המשתמש</a:t>
            </a:r>
            <a:r>
              <a:rPr lang="en-US" sz="204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lang="he-IL" sz="204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1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he-IL" sz="204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מנוע המלצה עפ טופס ראשוני שהלקוח מילא והתאמה חזקה יותר תוך כדי מעבר בין פריטים </a:t>
            </a:r>
          </a:p>
          <a:p>
            <a:pPr marL="0" marR="0" lvl="0" indent="0" algn="r" rtl="1">
              <a:lnSpc>
                <a:spcPct val="8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Arial"/>
              <a:buChar char="•"/>
            </a:pPr>
            <a:r>
              <a:rPr lang="he-IL" sz="204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עם  צאט המלווה את הלקוח תוך כדי הפרוצדורה עם הצעות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30B5ED-BFF3-B8EB-EEA4-63483AF30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GB" dirty="0" err="1"/>
              <a:t>מנוע</a:t>
            </a:r>
            <a:r>
              <a:rPr lang="en-GB" dirty="0"/>
              <a:t> </a:t>
            </a:r>
            <a:r>
              <a:rPr lang="en-GB" dirty="0" err="1"/>
              <a:t>ההמלצה</a:t>
            </a:r>
            <a:r>
              <a:rPr lang="en-GB" dirty="0"/>
              <a:t> </a:t>
            </a:r>
            <a:r>
              <a:rPr lang="en-GB" dirty="0" err="1"/>
              <a:t>וצ'אטבוט</a:t>
            </a:r>
            <a:r>
              <a:rPr lang="en-GB" dirty="0"/>
              <a:t> </a:t>
            </a:r>
            <a:r>
              <a:rPr lang="en-GB" dirty="0" err="1"/>
              <a:t>מלווה</a:t>
            </a:r>
            <a:r>
              <a:rPr lang="en-GB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091D2-EAE5-A8CA-D2C0-E2849D24B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פרסונליזציה</a:t>
            </a:r>
            <a:r>
              <a:rPr lang="en-GB" b="1" dirty="0"/>
              <a:t> </a:t>
            </a:r>
            <a:r>
              <a:rPr lang="en-GB" b="1" dirty="0" err="1"/>
              <a:t>מבוססת</a:t>
            </a:r>
            <a:r>
              <a:rPr lang="en-GB" b="1" dirty="0"/>
              <a:t> </a:t>
            </a:r>
            <a:r>
              <a:rPr lang="en-GB" b="1" dirty="0" err="1"/>
              <a:t>תוכן</a:t>
            </a:r>
            <a:r>
              <a:rPr lang="en-GB" b="1" dirty="0"/>
              <a:t> </a:t>
            </a:r>
            <a:r>
              <a:rPr lang="en-GB" b="1" dirty="0" err="1"/>
              <a:t>וסינון</a:t>
            </a:r>
            <a:r>
              <a:rPr lang="en-GB" b="1" dirty="0"/>
              <a:t> </a:t>
            </a:r>
            <a:r>
              <a:rPr lang="en-GB" b="1" dirty="0" err="1"/>
              <a:t>שיתופי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מנוע</a:t>
            </a:r>
            <a:r>
              <a:rPr lang="en-GB" dirty="0"/>
              <a:t> </a:t>
            </a:r>
            <a:r>
              <a:rPr lang="en-GB" dirty="0" err="1"/>
              <a:t>ההמלצה</a:t>
            </a:r>
            <a:r>
              <a:rPr lang="en-GB" dirty="0"/>
              <a:t> </a:t>
            </a:r>
            <a:r>
              <a:rPr lang="en-GB" dirty="0" err="1"/>
              <a:t>יתבסס</a:t>
            </a:r>
            <a:r>
              <a:rPr lang="en-GB" dirty="0"/>
              <a:t> </a:t>
            </a:r>
            <a:r>
              <a:rPr lang="en-GB" dirty="0" err="1"/>
              <a:t>בשלב</a:t>
            </a:r>
            <a:r>
              <a:rPr lang="en-GB" dirty="0"/>
              <a:t> </a:t>
            </a:r>
            <a:r>
              <a:rPr lang="en-GB" dirty="0" err="1"/>
              <a:t>הראשון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טופס</a:t>
            </a:r>
            <a:r>
              <a:rPr lang="en-GB" dirty="0"/>
              <a:t> </a:t>
            </a:r>
            <a:r>
              <a:rPr lang="en-GB" dirty="0" err="1"/>
              <a:t>ראשוני</a:t>
            </a:r>
            <a:r>
              <a:rPr lang="en-GB" dirty="0"/>
              <a:t> </a:t>
            </a:r>
            <a:r>
              <a:rPr lang="en-GB" dirty="0" err="1"/>
              <a:t>שהלקוח</a:t>
            </a:r>
            <a:r>
              <a:rPr lang="en-GB" dirty="0"/>
              <a:t> </a:t>
            </a:r>
            <a:r>
              <a:rPr lang="en-GB" dirty="0" err="1"/>
              <a:t>ימלא</a:t>
            </a:r>
            <a:r>
              <a:rPr lang="he-IL" dirty="0"/>
              <a:t>, </a:t>
            </a:r>
            <a:r>
              <a:rPr lang="en-GB" dirty="0" err="1"/>
              <a:t>למשל</a:t>
            </a:r>
            <a:r>
              <a:rPr lang="en-GB" dirty="0"/>
              <a:t>: </a:t>
            </a:r>
            <a:r>
              <a:rPr lang="en-GB" dirty="0" err="1"/>
              <a:t>דת</a:t>
            </a:r>
            <a:r>
              <a:rPr lang="en-GB" dirty="0"/>
              <a:t>, </a:t>
            </a:r>
            <a:r>
              <a:rPr lang="en-GB" dirty="0" err="1"/>
              <a:t>תקציב</a:t>
            </a:r>
            <a:r>
              <a:rPr lang="en-GB" dirty="0"/>
              <a:t>, </a:t>
            </a:r>
            <a:r>
              <a:rPr lang="en-GB" dirty="0" err="1"/>
              <a:t>אזור</a:t>
            </a:r>
            <a:r>
              <a:rPr lang="en-GB" dirty="0"/>
              <a:t> </a:t>
            </a:r>
            <a:r>
              <a:rPr lang="en-GB" dirty="0" err="1"/>
              <a:t>גיאוגרפי</a:t>
            </a:r>
            <a:endParaRPr lang="en-GB" dirty="0"/>
          </a:p>
          <a:p>
            <a:pPr lvl="0" algn="r" rtl="1"/>
            <a:r>
              <a:rPr lang="en-GB" b="1" dirty="0" err="1"/>
              <a:t>למידה</a:t>
            </a:r>
            <a:r>
              <a:rPr lang="en-GB" b="1" dirty="0"/>
              <a:t> </a:t>
            </a:r>
            <a:r>
              <a:rPr lang="en-GB" b="1" dirty="0" err="1"/>
              <a:t>דינמית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תבצע</a:t>
            </a:r>
            <a:r>
              <a:rPr lang="en-GB" dirty="0"/>
              <a:t> </a:t>
            </a:r>
            <a:r>
              <a:rPr lang="en-GB" dirty="0" err="1"/>
              <a:t>התאמה</a:t>
            </a:r>
            <a:r>
              <a:rPr lang="en-GB" dirty="0"/>
              <a:t> </a:t>
            </a:r>
            <a:r>
              <a:rPr lang="en-GB" dirty="0" err="1"/>
              <a:t>חזקה</a:t>
            </a:r>
            <a:r>
              <a:rPr lang="en-GB" dirty="0"/>
              <a:t> </a:t>
            </a:r>
            <a:r>
              <a:rPr lang="en-GB" dirty="0" err="1"/>
              <a:t>ומדויקת</a:t>
            </a:r>
            <a:r>
              <a:rPr lang="en-GB" dirty="0"/>
              <a:t> </a:t>
            </a:r>
            <a:r>
              <a:rPr lang="en-GB" dirty="0" err="1"/>
              <a:t>יותר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ההמלצות</a:t>
            </a:r>
            <a:r>
              <a:rPr lang="en-GB" dirty="0"/>
              <a:t> </a:t>
            </a:r>
            <a:r>
              <a:rPr lang="en-GB" dirty="0" err="1"/>
              <a:t>תוך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ניתוח</a:t>
            </a:r>
            <a:r>
              <a:rPr lang="en-GB" dirty="0"/>
              <a:t> </a:t>
            </a:r>
            <a:r>
              <a:rPr lang="en-GB" dirty="0" err="1"/>
              <a:t>המעבר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הלקוח</a:t>
            </a:r>
            <a:r>
              <a:rPr lang="en-GB" dirty="0"/>
              <a:t> </a:t>
            </a:r>
            <a:r>
              <a:rPr lang="en-GB" dirty="0" err="1"/>
              <a:t>בין</a:t>
            </a:r>
            <a:r>
              <a:rPr lang="en-GB" dirty="0"/>
              <a:t> </a:t>
            </a:r>
            <a:r>
              <a:rPr lang="en-GB" dirty="0" err="1"/>
              <a:t>פריטים</a:t>
            </a:r>
            <a:r>
              <a:rPr lang="en-GB" dirty="0"/>
              <a:t> </a:t>
            </a:r>
            <a:r>
              <a:rPr lang="en-GB" dirty="0" err="1"/>
              <a:t>באתר</a:t>
            </a:r>
            <a:r>
              <a:rPr lang="he-IL" dirty="0"/>
              <a:t>.</a:t>
            </a:r>
            <a:endParaRPr lang="en-GB" dirty="0"/>
          </a:p>
          <a:p>
            <a:pPr lvl="0" algn="r" rtl="1"/>
            <a:r>
              <a:rPr lang="en-GB" b="1" dirty="0" err="1"/>
              <a:t>סיוע</a:t>
            </a:r>
            <a:r>
              <a:rPr lang="en-GB" b="1" dirty="0"/>
              <a:t> </a:t>
            </a:r>
            <a:r>
              <a:rPr lang="en-GB" b="1" dirty="0" err="1"/>
              <a:t>מבוסס</a:t>
            </a:r>
            <a:r>
              <a:rPr lang="he-IL" b="1" dirty="0"/>
              <a:t> </a:t>
            </a:r>
            <a:r>
              <a:rPr lang="en-GB" b="1" dirty="0"/>
              <a:t>AI</a:t>
            </a:r>
            <a:r>
              <a:rPr lang="he-IL" b="1" dirty="0"/>
              <a:t>: </a:t>
            </a:r>
            <a:r>
              <a:rPr lang="en-GB" dirty="0" err="1"/>
              <a:t>שילוב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צ'אט</a:t>
            </a:r>
            <a:r>
              <a:rPr lang="en-GB" dirty="0"/>
              <a:t> </a:t>
            </a:r>
            <a:r>
              <a:rPr lang="en-GB" dirty="0" err="1"/>
              <a:t>שילווה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הלקוח</a:t>
            </a:r>
            <a:r>
              <a:rPr lang="en-GB" dirty="0"/>
              <a:t> </a:t>
            </a:r>
            <a:r>
              <a:rPr lang="en-GB" dirty="0" err="1"/>
              <a:t>לאורך</a:t>
            </a:r>
            <a:r>
              <a:rPr lang="en-GB" dirty="0"/>
              <a:t> </a:t>
            </a:r>
            <a:r>
              <a:rPr lang="en-GB" dirty="0" err="1"/>
              <a:t>כל</a:t>
            </a:r>
            <a:r>
              <a:rPr lang="en-GB" dirty="0"/>
              <a:t> </a:t>
            </a:r>
            <a:r>
              <a:rPr lang="en-GB" dirty="0" err="1"/>
              <a:t>הפרוצדורה</a:t>
            </a:r>
            <a:r>
              <a:rPr lang="en-GB" dirty="0"/>
              <a:t> </a:t>
            </a:r>
            <a:r>
              <a:rPr lang="en-GB" dirty="0" err="1"/>
              <a:t>הבירוקרטית</a:t>
            </a:r>
            <a:r>
              <a:rPr lang="en-GB" dirty="0"/>
              <a:t> </a:t>
            </a:r>
            <a:r>
              <a:rPr lang="en-GB" dirty="0" err="1"/>
              <a:t>והצרכנית</a:t>
            </a:r>
            <a:r>
              <a:rPr lang="en-GB" dirty="0"/>
              <a:t>, </a:t>
            </a:r>
            <a:r>
              <a:rPr lang="en-GB" dirty="0" err="1"/>
              <a:t>ויציע</a:t>
            </a:r>
            <a:r>
              <a:rPr lang="en-GB" dirty="0"/>
              <a:t> </a:t>
            </a:r>
            <a:r>
              <a:rPr lang="en-GB" dirty="0" err="1"/>
              <a:t>לו</a:t>
            </a:r>
            <a:r>
              <a:rPr lang="en-GB" dirty="0"/>
              <a:t> </a:t>
            </a:r>
            <a:r>
              <a:rPr lang="en-GB" dirty="0" err="1"/>
              <a:t>הצעות</a:t>
            </a:r>
            <a:r>
              <a:rPr lang="en-GB" dirty="0"/>
              <a:t> </a:t>
            </a:r>
            <a:r>
              <a:rPr lang="en-GB" dirty="0" err="1"/>
              <a:t>מותאמות</a:t>
            </a:r>
            <a:r>
              <a:rPr lang="en-GB" dirty="0"/>
              <a:t> </a:t>
            </a:r>
            <a:r>
              <a:rPr lang="en-GB" dirty="0" err="1"/>
              <a:t>אישית</a:t>
            </a:r>
            <a:r>
              <a:rPr lang="en-GB" dirty="0"/>
              <a:t> </a:t>
            </a:r>
            <a:r>
              <a:rPr lang="en-GB" dirty="0" err="1"/>
              <a:t>בזמן</a:t>
            </a:r>
            <a:r>
              <a:rPr lang="en-GB" dirty="0"/>
              <a:t> </a:t>
            </a:r>
            <a:r>
              <a:rPr lang="en-GB" dirty="0" err="1"/>
              <a:t>אמת</a:t>
            </a:r>
            <a:r>
              <a:rPr lang="en-GB" dirty="0"/>
              <a:t>. 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58886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B6A74-CB13-E7A1-E01E-0BEC61726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cs typeface="+mn-cs"/>
              </a:rPr>
              <a:t>2. מעבר דירות - </a:t>
            </a:r>
            <a:r>
              <a:rPr lang="en-GB" dirty="0" err="1">
                <a:cs typeface="+mn-cs"/>
              </a:rPr>
              <a:t>תיאור</a:t>
            </a:r>
            <a:r>
              <a:rPr lang="en-GB" dirty="0">
                <a:cs typeface="+mn-cs"/>
              </a:rPr>
              <a:t> </a:t>
            </a:r>
            <a:r>
              <a:rPr lang="en-GB" dirty="0" err="1">
                <a:cs typeface="+mn-cs"/>
              </a:rPr>
              <a:t>המערכת</a:t>
            </a:r>
            <a:r>
              <a:rPr lang="en-GB" dirty="0">
                <a:cs typeface="+mn-cs"/>
              </a:rPr>
              <a:t> </a:t>
            </a:r>
            <a:r>
              <a:rPr lang="en-GB" dirty="0" err="1">
                <a:cs typeface="+mn-cs"/>
              </a:rPr>
              <a:t>והצורך</a:t>
            </a:r>
            <a:r>
              <a:rPr lang="en-GB" dirty="0">
                <a:cs typeface="+mn-cs"/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0C5228-3574-18D7-F2A6-408BB404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הבעיה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חיפוש</a:t>
            </a:r>
            <a:r>
              <a:rPr lang="en-GB" dirty="0"/>
              <a:t> </a:t>
            </a:r>
            <a:r>
              <a:rPr lang="en-GB" dirty="0" err="1"/>
              <a:t>בעל</a:t>
            </a:r>
            <a:r>
              <a:rPr lang="en-GB" dirty="0"/>
              <a:t> </a:t>
            </a:r>
            <a:r>
              <a:rPr lang="en-GB" dirty="0" err="1"/>
              <a:t>מקצוע</a:t>
            </a:r>
            <a:r>
              <a:rPr lang="he-IL" dirty="0"/>
              <a:t>. </a:t>
            </a:r>
            <a:r>
              <a:rPr lang="en-GB" dirty="0" err="1"/>
              <a:t>הפעלת</a:t>
            </a:r>
            <a:r>
              <a:rPr lang="en-GB" dirty="0"/>
              <a:t> </a:t>
            </a:r>
            <a:r>
              <a:rPr lang="en-GB" dirty="0" err="1"/>
              <a:t>מסננים</a:t>
            </a:r>
            <a:r>
              <a:rPr lang="en-GB" dirty="0"/>
              <a:t> </a:t>
            </a:r>
            <a:r>
              <a:rPr lang="en-GB" dirty="0" err="1"/>
              <a:t>וקריאת</a:t>
            </a:r>
            <a:r>
              <a:rPr lang="en-GB" dirty="0"/>
              <a:t> </a:t>
            </a:r>
            <a:r>
              <a:rPr lang="en-GB" dirty="0" err="1"/>
              <a:t>חוות</a:t>
            </a:r>
            <a:r>
              <a:rPr lang="en-GB" dirty="0"/>
              <a:t> </a:t>
            </a:r>
            <a:r>
              <a:rPr lang="en-GB" dirty="0" err="1"/>
              <a:t>דעת</a:t>
            </a:r>
            <a:r>
              <a:rPr lang="en-GB" dirty="0"/>
              <a:t> </a:t>
            </a:r>
            <a:r>
              <a:rPr lang="en-GB" dirty="0" err="1"/>
              <a:t>רבות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להבין</a:t>
            </a:r>
            <a:r>
              <a:rPr lang="en-GB" dirty="0"/>
              <a:t> </a:t>
            </a:r>
            <a:r>
              <a:rPr lang="en-GB" dirty="0" err="1"/>
              <a:t>מי</a:t>
            </a:r>
            <a:r>
              <a:rPr lang="en-GB" dirty="0"/>
              <a:t> </a:t>
            </a:r>
            <a:r>
              <a:rPr lang="en-GB" dirty="0" err="1"/>
              <a:t>באמת</a:t>
            </a:r>
            <a:r>
              <a:rPr lang="en-GB" dirty="0"/>
              <a:t> </a:t>
            </a:r>
            <a:r>
              <a:rPr lang="en-GB" dirty="0" err="1"/>
              <a:t>מתאים</a:t>
            </a:r>
            <a:r>
              <a:rPr lang="en-GB" dirty="0"/>
              <a:t> </a:t>
            </a:r>
            <a:r>
              <a:rPr lang="en-GB" dirty="0" err="1"/>
              <a:t>לבעיה</a:t>
            </a:r>
            <a:r>
              <a:rPr lang="en-GB" dirty="0"/>
              <a:t> </a:t>
            </a:r>
            <a:r>
              <a:rPr lang="en-GB" dirty="0" err="1"/>
              <a:t>ספציפי</a:t>
            </a:r>
            <a:r>
              <a:rPr lang="he-IL" dirty="0"/>
              <a:t>ת לוקח זמן.</a:t>
            </a:r>
            <a:endParaRPr lang="en-GB" dirty="0"/>
          </a:p>
          <a:p>
            <a:pPr lvl="0" algn="r" rtl="1"/>
            <a:r>
              <a:rPr lang="en-GB" b="1" dirty="0" err="1"/>
              <a:t>הפתרון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סוכן</a:t>
            </a:r>
            <a:r>
              <a:rPr lang="en-GB" dirty="0"/>
              <a:t> </a:t>
            </a:r>
            <a:r>
              <a:rPr lang="en-GB" dirty="0" err="1"/>
              <a:t>שיחתי</a:t>
            </a:r>
            <a:r>
              <a:rPr lang="en-GB" dirty="0"/>
              <a:t> </a:t>
            </a:r>
            <a:r>
              <a:rPr lang="en-GB" dirty="0" err="1"/>
              <a:t>שמתשאל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</a:t>
            </a:r>
            <a:r>
              <a:rPr lang="en-GB" dirty="0" err="1"/>
              <a:t>בשפה</a:t>
            </a:r>
            <a:r>
              <a:rPr lang="en-GB" dirty="0"/>
              <a:t> </a:t>
            </a:r>
            <a:r>
              <a:rPr lang="en-GB" dirty="0" err="1"/>
              <a:t>טבעית</a:t>
            </a:r>
            <a:r>
              <a:rPr lang="en-GB" dirty="0"/>
              <a:t> </a:t>
            </a:r>
            <a:r>
              <a:rPr lang="en-GB" dirty="0" err="1"/>
              <a:t>לגבי</a:t>
            </a:r>
            <a:r>
              <a:rPr lang="en-GB" dirty="0"/>
              <a:t> </a:t>
            </a:r>
            <a:r>
              <a:rPr lang="en-GB" dirty="0" err="1"/>
              <a:t>מהות</a:t>
            </a:r>
            <a:r>
              <a:rPr lang="en-GB" dirty="0"/>
              <a:t> </a:t>
            </a:r>
            <a:r>
              <a:rPr lang="en-GB" dirty="0" err="1"/>
              <a:t>התקלה</a:t>
            </a:r>
            <a:r>
              <a:rPr lang="en-GB" dirty="0"/>
              <a:t>, </a:t>
            </a:r>
            <a:r>
              <a:rPr lang="en-GB" dirty="0" err="1"/>
              <a:t>רמת</a:t>
            </a:r>
            <a:r>
              <a:rPr lang="en-GB" dirty="0"/>
              <a:t> </a:t>
            </a:r>
            <a:r>
              <a:rPr lang="en-GB" dirty="0" err="1"/>
              <a:t>הדחיפות</a:t>
            </a:r>
            <a:r>
              <a:rPr lang="en-GB" dirty="0"/>
              <a:t>, </a:t>
            </a:r>
            <a:r>
              <a:rPr lang="en-GB" dirty="0" err="1"/>
              <a:t>מיקום</a:t>
            </a:r>
            <a:r>
              <a:rPr lang="en-GB" dirty="0"/>
              <a:t> </a:t>
            </a:r>
            <a:r>
              <a:rPr lang="en-GB" dirty="0" err="1"/>
              <a:t>ותקציב</a:t>
            </a:r>
            <a:r>
              <a:rPr lang="en-GB" dirty="0"/>
              <a:t>, </a:t>
            </a:r>
            <a:r>
              <a:rPr lang="en-GB" dirty="0" err="1"/>
              <a:t>ומזקק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התוצאות</a:t>
            </a:r>
            <a:r>
              <a:rPr lang="en-GB" dirty="0"/>
              <a:t> ל-2-3 </a:t>
            </a:r>
            <a:r>
              <a:rPr lang="en-GB" dirty="0" err="1"/>
              <a:t>בעלי</a:t>
            </a:r>
            <a:r>
              <a:rPr lang="en-GB" dirty="0"/>
              <a:t> </a:t>
            </a:r>
            <a:r>
              <a:rPr lang="en-GB" dirty="0" err="1"/>
              <a:t>המקצוע</a:t>
            </a:r>
            <a:r>
              <a:rPr lang="en-GB" dirty="0"/>
              <a:t> </a:t>
            </a:r>
            <a:r>
              <a:rPr lang="en-GB" dirty="0" err="1"/>
              <a:t>האידיאליים</a:t>
            </a:r>
            <a:r>
              <a:rPr lang="en-GB" dirty="0"/>
              <a:t> </a:t>
            </a:r>
            <a:r>
              <a:rPr lang="en-GB" dirty="0" err="1"/>
              <a:t>לאותה</a:t>
            </a:r>
            <a:r>
              <a:rPr lang="en-GB" dirty="0"/>
              <a:t> </a:t>
            </a:r>
            <a:r>
              <a:rPr lang="en-GB" dirty="0" err="1"/>
              <a:t>נקודת</a:t>
            </a:r>
            <a:r>
              <a:rPr lang="en-GB" dirty="0"/>
              <a:t> </a:t>
            </a:r>
            <a:r>
              <a:rPr lang="en-GB" dirty="0" err="1"/>
              <a:t>זמן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הערך</a:t>
            </a:r>
            <a:r>
              <a:rPr lang="en-GB" b="1" dirty="0"/>
              <a:t> </a:t>
            </a:r>
            <a:r>
              <a:rPr lang="en-GB" b="1" dirty="0" err="1"/>
              <a:t>המוסף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מעבר</a:t>
            </a:r>
            <a:r>
              <a:rPr lang="en-GB" dirty="0"/>
              <a:t> </a:t>
            </a:r>
            <a:r>
              <a:rPr lang="en-GB" dirty="0" err="1"/>
              <a:t>מחוויית</a:t>
            </a:r>
            <a:r>
              <a:rPr lang="en-GB" dirty="0"/>
              <a:t> "</a:t>
            </a:r>
            <a:r>
              <a:rPr lang="en-GB" dirty="0" err="1"/>
              <a:t>חיפוש</a:t>
            </a:r>
            <a:r>
              <a:rPr lang="en-GB" dirty="0"/>
              <a:t>" </a:t>
            </a:r>
            <a:r>
              <a:rPr lang="en-GB" dirty="0" err="1"/>
              <a:t>מתישה</a:t>
            </a:r>
            <a:r>
              <a:rPr lang="en-GB" dirty="0"/>
              <a:t> </a:t>
            </a:r>
            <a:r>
              <a:rPr lang="en-GB" dirty="0" err="1"/>
              <a:t>לחוויית</a:t>
            </a:r>
            <a:r>
              <a:rPr lang="en-GB" dirty="0"/>
              <a:t> "</a:t>
            </a:r>
            <a:r>
              <a:rPr lang="en-GB" dirty="0" err="1"/>
              <a:t>קבלת</a:t>
            </a:r>
            <a:r>
              <a:rPr lang="en-GB" dirty="0"/>
              <a:t> </a:t>
            </a:r>
            <a:r>
              <a:rPr lang="en-GB" dirty="0" err="1"/>
              <a:t>שירות</a:t>
            </a:r>
            <a:r>
              <a:rPr lang="en-GB" dirty="0"/>
              <a:t>", </a:t>
            </a:r>
            <a:r>
              <a:rPr lang="en-GB" dirty="0" err="1"/>
              <a:t>הקטנת</a:t>
            </a:r>
            <a:r>
              <a:rPr lang="en-GB" dirty="0"/>
              <a:t> </a:t>
            </a:r>
            <a:r>
              <a:rPr lang="en-GB" dirty="0" err="1"/>
              <a:t>העומס</a:t>
            </a:r>
            <a:r>
              <a:rPr lang="en-GB" dirty="0"/>
              <a:t> </a:t>
            </a:r>
            <a:r>
              <a:rPr lang="en-GB" dirty="0" err="1"/>
              <a:t>הקוגניטיבי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, </a:t>
            </a:r>
            <a:r>
              <a:rPr lang="en-GB" dirty="0" err="1"/>
              <a:t>והעלאת</a:t>
            </a:r>
            <a:r>
              <a:rPr lang="en-GB" dirty="0"/>
              <a:t> </a:t>
            </a:r>
            <a:r>
              <a:rPr lang="en-GB" dirty="0" err="1"/>
              <a:t>אחוזי</a:t>
            </a:r>
            <a:r>
              <a:rPr lang="en-GB" dirty="0"/>
              <a:t> </a:t>
            </a:r>
            <a:r>
              <a:rPr lang="en-GB" dirty="0" err="1"/>
              <a:t>יצירת</a:t>
            </a:r>
            <a:r>
              <a:rPr lang="en-GB" dirty="0"/>
              <a:t> </a:t>
            </a:r>
            <a:r>
              <a:rPr lang="en-GB" dirty="0" err="1"/>
              <a:t>הקשר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הפלטפורמה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15053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0013F-F83E-B317-F280-1FCFDA886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GB" dirty="0" err="1"/>
              <a:t>מנגנון</a:t>
            </a:r>
            <a:r>
              <a:rPr lang="en-GB" dirty="0"/>
              <a:t> </a:t>
            </a:r>
            <a:r>
              <a:rPr lang="en-GB" dirty="0" err="1"/>
              <a:t>ההמלצה</a:t>
            </a:r>
            <a:r>
              <a:rPr lang="en-GB" dirty="0"/>
              <a:t> </a:t>
            </a:r>
            <a:r>
              <a:rPr lang="en-GB" dirty="0" err="1"/>
              <a:t>והפרסונליזציה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2809A2-C6E2-DF28-F10E-78E643934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r" rtl="1"/>
            <a:r>
              <a:rPr lang="en-GB" b="1" dirty="0" err="1"/>
              <a:t>מערכת</a:t>
            </a:r>
            <a:r>
              <a:rPr lang="en-GB" b="1" dirty="0"/>
              <a:t> </a:t>
            </a:r>
            <a:r>
              <a:rPr lang="en-GB" b="1" dirty="0" err="1"/>
              <a:t>המלצה</a:t>
            </a:r>
            <a:r>
              <a:rPr lang="en-GB" b="1" dirty="0"/>
              <a:t> </a:t>
            </a:r>
            <a:r>
              <a:rPr lang="en-GB" b="1" dirty="0" err="1"/>
              <a:t>שיחתית</a:t>
            </a:r>
            <a:r>
              <a:rPr lang="he-IL" b="1" dirty="0"/>
              <a:t>: </a:t>
            </a:r>
            <a:r>
              <a:rPr lang="en-GB" dirty="0" err="1"/>
              <a:t>שימוש</a:t>
            </a:r>
            <a:r>
              <a:rPr lang="en-GB" dirty="0"/>
              <a:t> </a:t>
            </a:r>
            <a:r>
              <a:rPr lang="en-GB" dirty="0" err="1"/>
              <a:t>בעיבוד</a:t>
            </a:r>
            <a:r>
              <a:rPr lang="en-GB" dirty="0"/>
              <a:t> </a:t>
            </a:r>
            <a:r>
              <a:rPr lang="en-GB" dirty="0" err="1"/>
              <a:t>שפה</a:t>
            </a:r>
            <a:r>
              <a:rPr lang="en-GB" dirty="0"/>
              <a:t> </a:t>
            </a:r>
            <a:r>
              <a:rPr lang="en-GB" dirty="0" err="1"/>
              <a:t>טבעית</a:t>
            </a:r>
            <a:r>
              <a:rPr lang="en-GB" dirty="0"/>
              <a:t> </a:t>
            </a:r>
            <a:r>
              <a:rPr lang="en-GB" dirty="0" err="1"/>
              <a:t>לחילוץ</a:t>
            </a:r>
            <a:r>
              <a:rPr lang="en-GB" dirty="0"/>
              <a:t> </a:t>
            </a:r>
            <a:r>
              <a:rPr lang="en-GB" dirty="0" err="1"/>
              <a:t>ישויות</a:t>
            </a:r>
            <a:r>
              <a:rPr lang="en-GB" dirty="0"/>
              <a:t> </a:t>
            </a:r>
            <a:r>
              <a:rPr lang="en-GB" dirty="0" err="1"/>
              <a:t>וכוונות</a:t>
            </a:r>
            <a:r>
              <a:rPr lang="en-GB" dirty="0"/>
              <a:t> </a:t>
            </a:r>
            <a:r>
              <a:rPr lang="en-GB" dirty="0" err="1"/>
              <a:t>טקסט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. </a:t>
            </a:r>
            <a:r>
              <a:rPr lang="en-GB" dirty="0" err="1"/>
              <a:t>למשל</a:t>
            </a:r>
            <a:r>
              <a:rPr lang="en-GB" dirty="0"/>
              <a:t>, </a:t>
            </a:r>
            <a:r>
              <a:rPr lang="en-GB" dirty="0" err="1"/>
              <a:t>הבנה</a:t>
            </a:r>
            <a:r>
              <a:rPr lang="en-GB" dirty="0"/>
              <a:t> </a:t>
            </a:r>
            <a:r>
              <a:rPr lang="en-GB" dirty="0" err="1"/>
              <a:t>שהביטוי</a:t>
            </a:r>
            <a:r>
              <a:rPr lang="en-GB" dirty="0"/>
              <a:t> "</a:t>
            </a:r>
            <a:r>
              <a:rPr lang="en-GB" dirty="0" err="1"/>
              <a:t>יש</a:t>
            </a:r>
            <a:r>
              <a:rPr lang="en-GB" dirty="0"/>
              <a:t> </a:t>
            </a:r>
            <a:r>
              <a:rPr lang="en-GB" dirty="0" err="1"/>
              <a:t>לי</a:t>
            </a:r>
            <a:r>
              <a:rPr lang="en-GB" dirty="0"/>
              <a:t> </a:t>
            </a:r>
            <a:r>
              <a:rPr lang="en-GB" dirty="0" err="1"/>
              <a:t>הצפה</a:t>
            </a:r>
            <a:r>
              <a:rPr lang="en-GB" dirty="0"/>
              <a:t> </a:t>
            </a:r>
            <a:r>
              <a:rPr lang="en-GB" dirty="0" err="1"/>
              <a:t>עכשיו</a:t>
            </a:r>
            <a:r>
              <a:rPr lang="en-GB" dirty="0"/>
              <a:t>" </a:t>
            </a:r>
            <a:r>
              <a:rPr lang="en-GB" dirty="0" err="1"/>
              <a:t>דורש</a:t>
            </a:r>
            <a:r>
              <a:rPr lang="en-GB" dirty="0"/>
              <a:t> </a:t>
            </a:r>
            <a:r>
              <a:rPr lang="en-GB" dirty="0" err="1"/>
              <a:t>משקולת</a:t>
            </a:r>
            <a:r>
              <a:rPr lang="en-GB" dirty="0"/>
              <a:t> </a:t>
            </a:r>
            <a:r>
              <a:rPr lang="en-GB" dirty="0" err="1"/>
              <a:t>קריטית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"</a:t>
            </a:r>
            <a:r>
              <a:rPr lang="en-GB" dirty="0" err="1"/>
              <a:t>זמינות</a:t>
            </a:r>
            <a:r>
              <a:rPr lang="en-GB" dirty="0"/>
              <a:t> 24/7" </a:t>
            </a:r>
            <a:r>
              <a:rPr lang="en-GB" dirty="0" err="1"/>
              <a:t>ולא</a:t>
            </a:r>
            <a:r>
              <a:rPr lang="en-GB" dirty="0"/>
              <a:t> </a:t>
            </a:r>
            <a:r>
              <a:rPr lang="en-GB" dirty="0" err="1"/>
              <a:t>רק</a:t>
            </a:r>
            <a:r>
              <a:rPr lang="en-GB" dirty="0"/>
              <a:t> </a:t>
            </a:r>
            <a:r>
              <a:rPr lang="en-GB" dirty="0" err="1"/>
              <a:t>קרבה</a:t>
            </a:r>
            <a:r>
              <a:rPr lang="en-GB" dirty="0"/>
              <a:t> </a:t>
            </a:r>
            <a:r>
              <a:rPr lang="en-GB" dirty="0" err="1"/>
              <a:t>גיאוגרפית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סינון</a:t>
            </a:r>
            <a:r>
              <a:rPr lang="en-GB" b="1" dirty="0"/>
              <a:t> </a:t>
            </a:r>
            <a:r>
              <a:rPr lang="en-GB" b="1" dirty="0" err="1"/>
              <a:t>מרובה-קריטריונים</a:t>
            </a:r>
            <a:r>
              <a:rPr lang="en-GB" b="1" dirty="0"/>
              <a:t> </a:t>
            </a:r>
            <a:r>
              <a:rPr lang="en-GB" b="1" dirty="0" err="1"/>
              <a:t>אלגוריתמי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שקלול</a:t>
            </a:r>
            <a:r>
              <a:rPr lang="en-GB" dirty="0"/>
              <a:t> </a:t>
            </a:r>
            <a:r>
              <a:rPr lang="en-GB" dirty="0" err="1"/>
              <a:t>דינמי</a:t>
            </a:r>
            <a:r>
              <a:rPr lang="en-GB" dirty="0"/>
              <a:t> </a:t>
            </a:r>
            <a:r>
              <a:rPr lang="en-GB" dirty="0" err="1"/>
              <a:t>המשלב</a:t>
            </a:r>
            <a:r>
              <a:rPr lang="en-GB" dirty="0"/>
              <a:t> </a:t>
            </a:r>
            <a:r>
              <a:rPr lang="en-GB" dirty="0" err="1"/>
              <a:t>דירוג</a:t>
            </a:r>
            <a:r>
              <a:rPr lang="en-GB" dirty="0"/>
              <a:t> </a:t>
            </a:r>
            <a:r>
              <a:rPr lang="en-GB" dirty="0" err="1"/>
              <a:t>מצטבר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בעל</a:t>
            </a:r>
            <a:r>
              <a:rPr lang="en-GB" dirty="0"/>
              <a:t> </a:t>
            </a:r>
            <a:r>
              <a:rPr lang="en-GB" dirty="0" err="1"/>
              <a:t>המקצוע</a:t>
            </a:r>
            <a:r>
              <a:rPr lang="en-GB" dirty="0"/>
              <a:t>, </a:t>
            </a:r>
            <a:r>
              <a:rPr lang="en-GB" dirty="0" err="1"/>
              <a:t>כמות</a:t>
            </a:r>
            <a:r>
              <a:rPr lang="en-GB" dirty="0"/>
              <a:t> </a:t>
            </a:r>
            <a:r>
              <a:rPr lang="en-GB" dirty="0" err="1"/>
              <a:t>ההמלצות</a:t>
            </a:r>
            <a:r>
              <a:rPr lang="en-GB" dirty="0"/>
              <a:t> </a:t>
            </a:r>
            <a:r>
              <a:rPr lang="en-GB" dirty="0" err="1"/>
              <a:t>הרלוונטיות</a:t>
            </a:r>
            <a:r>
              <a:rPr lang="en-GB" dirty="0"/>
              <a:t> </a:t>
            </a:r>
            <a:r>
              <a:rPr lang="en-GB" dirty="0" err="1"/>
              <a:t>ספציפית</a:t>
            </a:r>
            <a:r>
              <a:rPr lang="en-GB" dirty="0"/>
              <a:t> </a:t>
            </a:r>
            <a:r>
              <a:rPr lang="en-GB" dirty="0" err="1"/>
              <a:t>לסוג</a:t>
            </a:r>
            <a:r>
              <a:rPr lang="en-GB" dirty="0"/>
              <a:t> </a:t>
            </a:r>
            <a:r>
              <a:rPr lang="en-GB" dirty="0" err="1"/>
              <a:t>התקלה</a:t>
            </a:r>
            <a:r>
              <a:rPr lang="en-GB" dirty="0"/>
              <a:t> </a:t>
            </a:r>
            <a:r>
              <a:rPr lang="en-GB" dirty="0" err="1"/>
              <a:t>שתוארה</a:t>
            </a:r>
            <a:r>
              <a:rPr lang="en-GB" dirty="0"/>
              <a:t>, </a:t>
            </a:r>
            <a:r>
              <a:rPr lang="en-GB" dirty="0" err="1"/>
              <a:t>ומרחק</a:t>
            </a:r>
            <a:r>
              <a:rPr lang="en-GB" dirty="0"/>
              <a:t> </a:t>
            </a:r>
            <a:r>
              <a:rPr lang="en-GB" dirty="0" err="1"/>
              <a:t>גיאוגרפי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התאמה</a:t>
            </a:r>
            <a:r>
              <a:rPr lang="en-GB" b="1" dirty="0"/>
              <a:t> </a:t>
            </a:r>
            <a:r>
              <a:rPr lang="en-GB" b="1" dirty="0" err="1"/>
              <a:t>אישית</a:t>
            </a:r>
            <a:r>
              <a:rPr lang="en-GB" b="1" dirty="0"/>
              <a:t> </a:t>
            </a:r>
            <a:r>
              <a:rPr lang="en-GB" b="1" dirty="0" err="1"/>
              <a:t>תוך</a:t>
            </a:r>
            <a:r>
              <a:rPr lang="en-GB" b="1" dirty="0"/>
              <a:t> </a:t>
            </a:r>
            <a:r>
              <a:rPr lang="en-GB" b="1" dirty="0" err="1"/>
              <a:t>כדי</a:t>
            </a:r>
            <a:r>
              <a:rPr lang="en-GB" b="1" dirty="0"/>
              <a:t> </a:t>
            </a:r>
            <a:r>
              <a:rPr lang="en-GB" b="1" dirty="0" err="1"/>
              <a:t>שיחה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תתאים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ההמלצות</a:t>
            </a:r>
            <a:r>
              <a:rPr lang="en-GB" dirty="0"/>
              <a:t> </a:t>
            </a:r>
            <a:r>
              <a:rPr lang="en-GB" dirty="0" err="1"/>
              <a:t>בזמן</a:t>
            </a:r>
            <a:r>
              <a:rPr lang="en-GB" dirty="0"/>
              <a:t> </a:t>
            </a:r>
            <a:r>
              <a:rPr lang="en-GB" dirty="0" err="1"/>
              <a:t>אמת</a:t>
            </a:r>
            <a:r>
              <a:rPr lang="en-GB" dirty="0"/>
              <a:t> </a:t>
            </a:r>
            <a:r>
              <a:rPr lang="en-GB" dirty="0" err="1"/>
              <a:t>לפי</a:t>
            </a:r>
            <a:r>
              <a:rPr lang="en-GB" dirty="0"/>
              <a:t> </a:t>
            </a:r>
            <a:r>
              <a:rPr lang="en-GB" dirty="0" err="1"/>
              <a:t>בחירות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. </a:t>
            </a:r>
            <a:r>
              <a:rPr lang="en-GB" dirty="0" err="1"/>
              <a:t>אם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</a:t>
            </a:r>
            <a:r>
              <a:rPr lang="en-GB" dirty="0" err="1"/>
              <a:t>ידחה</a:t>
            </a:r>
            <a:r>
              <a:rPr lang="en-GB" dirty="0"/>
              <a:t> </a:t>
            </a:r>
            <a:r>
              <a:rPr lang="en-GB" dirty="0" err="1"/>
              <a:t>בעל</a:t>
            </a:r>
            <a:r>
              <a:rPr lang="en-GB" dirty="0"/>
              <a:t> </a:t>
            </a:r>
            <a:r>
              <a:rPr lang="en-GB" dirty="0" err="1"/>
              <a:t>מקצוע</a:t>
            </a:r>
            <a:r>
              <a:rPr lang="en-GB" dirty="0"/>
              <a:t> </a:t>
            </a:r>
            <a:r>
              <a:rPr lang="en-GB" dirty="0" err="1"/>
              <a:t>כי</a:t>
            </a:r>
            <a:r>
              <a:rPr lang="en-GB" dirty="0"/>
              <a:t> </a:t>
            </a:r>
            <a:r>
              <a:rPr lang="en-GB" dirty="0" err="1"/>
              <a:t>הוא</a:t>
            </a:r>
            <a:r>
              <a:rPr lang="en-GB" dirty="0"/>
              <a:t> "</a:t>
            </a:r>
            <a:r>
              <a:rPr lang="en-GB" dirty="0" err="1"/>
              <a:t>יקר</a:t>
            </a:r>
            <a:r>
              <a:rPr lang="en-GB" dirty="0"/>
              <a:t> </a:t>
            </a:r>
            <a:r>
              <a:rPr lang="en-GB" dirty="0" err="1"/>
              <a:t>מדי</a:t>
            </a:r>
            <a:r>
              <a:rPr lang="en-GB" dirty="0"/>
              <a:t>",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תעדכן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משקולות</a:t>
            </a:r>
            <a:r>
              <a:rPr lang="en-GB" dirty="0"/>
              <a:t> </a:t>
            </a:r>
            <a:r>
              <a:rPr lang="en-GB" dirty="0" err="1"/>
              <a:t>האלגוריתם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להציע</a:t>
            </a:r>
            <a:r>
              <a:rPr lang="en-GB" dirty="0"/>
              <a:t> </a:t>
            </a:r>
            <a:r>
              <a:rPr lang="en-GB" dirty="0" err="1"/>
              <a:t>חלופות</a:t>
            </a:r>
            <a:r>
              <a:rPr lang="en-GB" dirty="0"/>
              <a:t> </a:t>
            </a:r>
            <a:r>
              <a:rPr lang="en-GB" dirty="0" err="1"/>
              <a:t>זולות</a:t>
            </a:r>
            <a:r>
              <a:rPr lang="en-GB" dirty="0"/>
              <a:t> </a:t>
            </a:r>
            <a:r>
              <a:rPr lang="en-GB" dirty="0" err="1"/>
              <a:t>יותר</a:t>
            </a:r>
            <a:r>
              <a:rPr lang="en-GB" dirty="0"/>
              <a:t> </a:t>
            </a:r>
            <a:r>
              <a:rPr lang="en-GB" dirty="0" err="1"/>
              <a:t>גם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חשבון</a:t>
            </a:r>
            <a:r>
              <a:rPr lang="en-GB" dirty="0"/>
              <a:t> </a:t>
            </a:r>
            <a:r>
              <a:rPr lang="en-GB" dirty="0" err="1"/>
              <a:t>דירוג</a:t>
            </a:r>
            <a:r>
              <a:rPr lang="en-GB" dirty="0"/>
              <a:t> </a:t>
            </a:r>
            <a:r>
              <a:rPr lang="en-GB" dirty="0" err="1"/>
              <a:t>נמוך</a:t>
            </a:r>
            <a:r>
              <a:rPr lang="en-GB" dirty="0"/>
              <a:t> </a:t>
            </a:r>
            <a:r>
              <a:rPr lang="en-GB" dirty="0" err="1"/>
              <a:t>יותר</a:t>
            </a:r>
            <a:r>
              <a:rPr lang="en-GB" dirty="0"/>
              <a:t>.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48956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FA1C2-1B96-6A71-F33E-44BE150BE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 rtl="1"/>
            <a:r>
              <a:rPr lang="he-IL" dirty="0"/>
              <a:t>3. </a:t>
            </a:r>
            <a:r>
              <a:rPr lang="en-GB" dirty="0" err="1"/>
              <a:t>מערכת</a:t>
            </a:r>
            <a:r>
              <a:rPr lang="en-GB" dirty="0"/>
              <a:t> </a:t>
            </a:r>
            <a:r>
              <a:rPr lang="en-GB" dirty="0" err="1"/>
              <a:t>המלצה</a:t>
            </a:r>
            <a:r>
              <a:rPr lang="en-GB" dirty="0"/>
              <a:t> </a:t>
            </a:r>
            <a:r>
              <a:rPr lang="en-GB" dirty="0" err="1"/>
              <a:t>למאמרים</a:t>
            </a:r>
            <a:r>
              <a:rPr lang="en-GB" dirty="0"/>
              <a:t> </a:t>
            </a:r>
            <a:r>
              <a:rPr lang="en-GB" dirty="0" err="1"/>
              <a:t>אקדמיים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BA9C2E-5AF8-D13B-F603-DF97718E5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הבעיה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עומס</a:t>
            </a:r>
            <a:r>
              <a:rPr lang="en-GB" dirty="0"/>
              <a:t> </a:t>
            </a:r>
            <a:r>
              <a:rPr lang="en-GB" dirty="0" err="1"/>
              <a:t>המידע</a:t>
            </a:r>
            <a:r>
              <a:rPr lang="en-GB" dirty="0"/>
              <a:t> </a:t>
            </a:r>
            <a:r>
              <a:rPr lang="en-GB" dirty="0" err="1"/>
              <a:t>באקדמיה</a:t>
            </a:r>
            <a:r>
              <a:rPr lang="en-GB" dirty="0"/>
              <a:t> </a:t>
            </a:r>
            <a:r>
              <a:rPr lang="en-GB" dirty="0" err="1"/>
              <a:t>מקשה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he-IL" dirty="0"/>
              <a:t>מציאת </a:t>
            </a:r>
            <a:r>
              <a:rPr lang="en-GB" dirty="0" err="1"/>
              <a:t>מאמרים</a:t>
            </a:r>
            <a:r>
              <a:rPr lang="en-GB" dirty="0"/>
              <a:t> </a:t>
            </a:r>
            <a:r>
              <a:rPr lang="en-GB" dirty="0" err="1"/>
              <a:t>מדויקים</a:t>
            </a:r>
            <a:r>
              <a:rPr lang="en-GB" dirty="0"/>
              <a:t> </a:t>
            </a:r>
            <a:r>
              <a:rPr lang="en-GB" dirty="0" err="1"/>
              <a:t>לסקירת</a:t>
            </a:r>
            <a:r>
              <a:rPr lang="en-GB" dirty="0"/>
              <a:t> </a:t>
            </a:r>
            <a:r>
              <a:rPr lang="en-GB" dirty="0" err="1"/>
              <a:t>ספרות</a:t>
            </a:r>
            <a:r>
              <a:rPr lang="en-GB" dirty="0"/>
              <a:t> </a:t>
            </a:r>
            <a:r>
              <a:rPr lang="en-GB" dirty="0" err="1"/>
              <a:t>לציטוט</a:t>
            </a:r>
            <a:r>
              <a:rPr lang="en-GB" dirty="0"/>
              <a:t>.</a:t>
            </a:r>
            <a:r>
              <a:rPr lang="he-IL" dirty="0"/>
              <a:t> או למציאת מידע שימושי ורלוונטי</a:t>
            </a:r>
            <a:endParaRPr lang="en-GB" dirty="0"/>
          </a:p>
          <a:p>
            <a:pPr lvl="0" algn="r" rtl="1"/>
            <a:r>
              <a:rPr lang="en-GB" b="1" dirty="0" err="1"/>
              <a:t>הפתרון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מערכת</a:t>
            </a:r>
            <a:r>
              <a:rPr lang="en-GB" dirty="0"/>
              <a:t> </a:t>
            </a:r>
            <a:r>
              <a:rPr lang="en-GB" dirty="0" err="1"/>
              <a:t>חכמה</a:t>
            </a:r>
            <a:r>
              <a:rPr lang="en-GB" dirty="0"/>
              <a:t> </a:t>
            </a:r>
            <a:r>
              <a:rPr lang="he-IL" dirty="0"/>
              <a:t>מבוססת </a:t>
            </a:r>
            <a:r>
              <a:rPr lang="en-US" dirty="0"/>
              <a:t>AI</a:t>
            </a:r>
            <a:r>
              <a:rPr lang="he-IL" dirty="0"/>
              <a:t> </a:t>
            </a:r>
            <a:r>
              <a:rPr lang="en-GB" dirty="0" err="1"/>
              <a:t>המקבלת</a:t>
            </a:r>
            <a:r>
              <a:rPr lang="en-GB" dirty="0"/>
              <a:t> </a:t>
            </a:r>
            <a:r>
              <a:rPr lang="en-GB" dirty="0" err="1"/>
              <a:t>כקלט</a:t>
            </a:r>
            <a:r>
              <a:rPr lang="en-GB" dirty="0"/>
              <a:t> </a:t>
            </a:r>
            <a:r>
              <a:rPr lang="en-GB" dirty="0" err="1"/>
              <a:t>טקסט</a:t>
            </a:r>
            <a:r>
              <a:rPr lang="en-GB" dirty="0"/>
              <a:t> </a:t>
            </a:r>
            <a:r>
              <a:rPr lang="en-GB" dirty="0" err="1"/>
              <a:t>חופשי</a:t>
            </a:r>
            <a:r>
              <a:rPr lang="en-GB" dirty="0"/>
              <a:t> </a:t>
            </a:r>
            <a:r>
              <a:rPr lang="en-GB" dirty="0" err="1"/>
              <a:t>ומאתרת</a:t>
            </a:r>
            <a:r>
              <a:rPr lang="en-GB" dirty="0"/>
              <a:t> </a:t>
            </a:r>
            <a:r>
              <a:rPr lang="en-GB" dirty="0" err="1"/>
              <a:t>מאמרים</a:t>
            </a:r>
            <a:r>
              <a:rPr lang="en-GB" dirty="0"/>
              <a:t> </a:t>
            </a:r>
            <a:r>
              <a:rPr lang="en-GB" dirty="0" err="1"/>
              <a:t>רלוונטיים</a:t>
            </a:r>
            <a:r>
              <a:rPr lang="en-GB" dirty="0"/>
              <a:t> </a:t>
            </a:r>
            <a:r>
              <a:rPr lang="en-GB" dirty="0" err="1"/>
              <a:t>סמנטית</a:t>
            </a:r>
            <a:r>
              <a:rPr lang="en-GB" dirty="0"/>
              <a:t>, </a:t>
            </a:r>
            <a:r>
              <a:rPr lang="en-GB" dirty="0" err="1"/>
              <a:t>ולא</a:t>
            </a:r>
            <a:r>
              <a:rPr lang="en-GB" dirty="0"/>
              <a:t> </a:t>
            </a:r>
            <a:r>
              <a:rPr lang="en-GB" dirty="0" err="1"/>
              <a:t>רק</a:t>
            </a:r>
            <a:r>
              <a:rPr lang="en-GB" dirty="0"/>
              <a:t> </a:t>
            </a:r>
            <a:r>
              <a:rPr lang="en-GB" dirty="0" err="1"/>
              <a:t>על</a:t>
            </a:r>
            <a:r>
              <a:rPr lang="en-GB" dirty="0"/>
              <a:t> </a:t>
            </a:r>
            <a:r>
              <a:rPr lang="en-GB" dirty="0" err="1"/>
              <a:t>בסיס</a:t>
            </a:r>
            <a:r>
              <a:rPr lang="en-GB" dirty="0"/>
              <a:t> </a:t>
            </a:r>
            <a:r>
              <a:rPr lang="en-GB" dirty="0" err="1"/>
              <a:t>מילות</a:t>
            </a:r>
            <a:r>
              <a:rPr lang="en-GB" dirty="0"/>
              <a:t> </a:t>
            </a:r>
            <a:r>
              <a:rPr lang="en-GB" dirty="0" err="1"/>
              <a:t>מפתח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ערך</a:t>
            </a:r>
            <a:r>
              <a:rPr lang="en-GB" b="1" dirty="0"/>
              <a:t> </a:t>
            </a:r>
            <a:r>
              <a:rPr lang="en-GB" b="1" dirty="0" err="1"/>
              <a:t>מוסף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חיסכון</a:t>
            </a:r>
            <a:r>
              <a:rPr lang="en-GB" dirty="0"/>
              <a:t> </a:t>
            </a:r>
            <a:r>
              <a:rPr lang="en-GB" dirty="0" err="1"/>
              <a:t>משמעותי</a:t>
            </a:r>
            <a:r>
              <a:rPr lang="en-GB" dirty="0"/>
              <a:t> </a:t>
            </a:r>
            <a:r>
              <a:rPr lang="en-GB" dirty="0" err="1"/>
              <a:t>בזמן</a:t>
            </a:r>
            <a:r>
              <a:rPr lang="en-GB" dirty="0"/>
              <a:t>, </a:t>
            </a:r>
            <a:r>
              <a:rPr lang="en-GB" dirty="0" err="1"/>
              <a:t>חשיפה</a:t>
            </a:r>
            <a:r>
              <a:rPr lang="en-GB" dirty="0"/>
              <a:t> </a:t>
            </a:r>
            <a:r>
              <a:rPr lang="en-GB" dirty="0" err="1"/>
              <a:t>למאמרים</a:t>
            </a:r>
            <a:r>
              <a:rPr lang="en-GB" dirty="0"/>
              <a:t> </a:t>
            </a:r>
            <a:r>
              <a:rPr lang="he-IL" dirty="0"/>
              <a:t>הקשורים לנושא </a:t>
            </a:r>
            <a:r>
              <a:rPr lang="en-GB" dirty="0" err="1"/>
              <a:t>משיקים</a:t>
            </a:r>
            <a:r>
              <a:rPr lang="en-GB" dirty="0"/>
              <a:t> </a:t>
            </a:r>
            <a:r>
              <a:rPr lang="en-GB" dirty="0" err="1"/>
              <a:t>שאולי</a:t>
            </a:r>
            <a:r>
              <a:rPr lang="en-GB" dirty="0"/>
              <a:t> </a:t>
            </a:r>
            <a:r>
              <a:rPr lang="en-GB" dirty="0" err="1"/>
              <a:t>לא</a:t>
            </a:r>
            <a:r>
              <a:rPr lang="en-GB" dirty="0"/>
              <a:t> </a:t>
            </a:r>
            <a:r>
              <a:rPr lang="en-GB" dirty="0" err="1"/>
              <a:t>היו</a:t>
            </a:r>
            <a:r>
              <a:rPr lang="en-GB" dirty="0"/>
              <a:t> </a:t>
            </a:r>
            <a:r>
              <a:rPr lang="en-GB" dirty="0" err="1"/>
              <a:t>עולים</a:t>
            </a:r>
            <a:r>
              <a:rPr lang="en-GB" dirty="0"/>
              <a:t> </a:t>
            </a:r>
            <a:r>
              <a:rPr lang="en-GB" dirty="0" err="1"/>
              <a:t>בחיפוש</a:t>
            </a:r>
            <a:r>
              <a:rPr lang="en-GB" dirty="0"/>
              <a:t> </a:t>
            </a:r>
            <a:r>
              <a:rPr lang="en-GB" dirty="0" err="1"/>
              <a:t>בוליאני</a:t>
            </a:r>
            <a:r>
              <a:rPr lang="en-GB" dirty="0"/>
              <a:t> </a:t>
            </a:r>
            <a:r>
              <a:rPr lang="en-GB" dirty="0" err="1"/>
              <a:t>רגיל</a:t>
            </a:r>
            <a:r>
              <a:rPr lang="en-GB" dirty="0"/>
              <a:t>, </a:t>
            </a:r>
            <a:r>
              <a:rPr lang="en-GB" dirty="0" err="1"/>
              <a:t>ושיפור</a:t>
            </a:r>
            <a:r>
              <a:rPr lang="en-GB" dirty="0"/>
              <a:t> </a:t>
            </a:r>
            <a:r>
              <a:rPr lang="en-GB" dirty="0" err="1"/>
              <a:t>איכות</a:t>
            </a:r>
            <a:r>
              <a:rPr lang="en-GB" dirty="0"/>
              <a:t> </a:t>
            </a:r>
            <a:r>
              <a:rPr lang="en-GB" dirty="0" err="1"/>
              <a:t>המחקר</a:t>
            </a:r>
            <a:r>
              <a:rPr lang="en-GB" dirty="0"/>
              <a:t>.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0293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40DBF-C8BB-59CB-C3AB-CAC379075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GB" dirty="0" err="1"/>
              <a:t>מנגנון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F20A89-A84B-3AE7-B521-3D67813481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/>
              <a:t>עיבוד</a:t>
            </a:r>
            <a:r>
              <a:rPr lang="en-GB" b="1" dirty="0"/>
              <a:t> </a:t>
            </a:r>
            <a:r>
              <a:rPr lang="en-GB" b="1" dirty="0" err="1"/>
              <a:t>שפה</a:t>
            </a:r>
            <a:r>
              <a:rPr lang="en-GB" b="1" dirty="0"/>
              <a:t> </a:t>
            </a:r>
            <a:r>
              <a:rPr lang="en-GB" b="1" dirty="0" err="1"/>
              <a:t>טבעית</a:t>
            </a:r>
            <a:r>
              <a:rPr lang="en-GB" b="1" dirty="0"/>
              <a:t> :</a:t>
            </a:r>
            <a:r>
              <a:rPr lang="en-GB" dirty="0"/>
              <a:t> </a:t>
            </a:r>
            <a:r>
              <a:rPr lang="en-GB" dirty="0" err="1"/>
              <a:t>שימוש</a:t>
            </a:r>
            <a:r>
              <a:rPr lang="en-GB" dirty="0"/>
              <a:t> </a:t>
            </a:r>
            <a:r>
              <a:rPr lang="en-GB" dirty="0" err="1"/>
              <a:t>במודלי</a:t>
            </a:r>
            <a:r>
              <a:rPr lang="en-GB" dirty="0"/>
              <a:t> </a:t>
            </a:r>
            <a:r>
              <a:rPr lang="en-GB" dirty="0" err="1"/>
              <a:t>שפה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להבין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ההקשר</a:t>
            </a:r>
            <a:r>
              <a:rPr lang="en-GB" dirty="0"/>
              <a:t> </a:t>
            </a:r>
            <a:r>
              <a:rPr lang="en-GB" dirty="0" err="1"/>
              <a:t>והסמנטיקה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תיאור</a:t>
            </a:r>
            <a:r>
              <a:rPr lang="en-GB" dirty="0"/>
              <a:t> </a:t>
            </a:r>
            <a:r>
              <a:rPr lang="en-GB" dirty="0" err="1"/>
              <a:t>הפרויקט</a:t>
            </a:r>
            <a:r>
              <a:rPr lang="en-GB" dirty="0"/>
              <a:t> </a:t>
            </a:r>
            <a:r>
              <a:rPr lang="en-GB" dirty="0" err="1"/>
              <a:t>שמזין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.</a:t>
            </a:r>
          </a:p>
          <a:p>
            <a:pPr lvl="0" algn="r" rtl="1"/>
            <a:r>
              <a:rPr lang="he-IL" b="1" dirty="0"/>
              <a:t> </a:t>
            </a:r>
            <a:r>
              <a:rPr lang="en-GB" b="1" dirty="0"/>
              <a:t>Content-Based Filtering:</a:t>
            </a:r>
            <a:r>
              <a:rPr lang="en-GB" dirty="0"/>
              <a:t> </a:t>
            </a:r>
            <a:r>
              <a:rPr lang="en-GB" dirty="0" err="1"/>
              <a:t>חישוב</a:t>
            </a:r>
            <a:r>
              <a:rPr lang="en-GB" dirty="0"/>
              <a:t> </a:t>
            </a:r>
            <a:r>
              <a:rPr lang="en-GB" dirty="0" err="1"/>
              <a:t>דמיון</a:t>
            </a:r>
            <a:r>
              <a:rPr lang="en-GB" dirty="0"/>
              <a:t> </a:t>
            </a:r>
            <a:r>
              <a:rPr lang="en-GB" dirty="0" err="1"/>
              <a:t>בין</a:t>
            </a:r>
            <a:r>
              <a:rPr lang="en-GB" dirty="0"/>
              <a:t> </a:t>
            </a:r>
            <a:r>
              <a:rPr lang="en-GB" dirty="0" err="1"/>
              <a:t>ייצוג</a:t>
            </a:r>
            <a:r>
              <a:rPr lang="en-GB" dirty="0"/>
              <a:t> </a:t>
            </a:r>
            <a:r>
              <a:rPr lang="en-GB" dirty="0" err="1"/>
              <a:t>הפרויקט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 </a:t>
            </a:r>
            <a:r>
              <a:rPr lang="en-GB" dirty="0" err="1"/>
              <a:t>לבין</a:t>
            </a:r>
            <a:r>
              <a:rPr lang="en-GB" dirty="0"/>
              <a:t> </a:t>
            </a:r>
            <a:r>
              <a:rPr lang="en-GB" dirty="0" err="1"/>
              <a:t>מאגר</a:t>
            </a:r>
            <a:r>
              <a:rPr lang="en-GB" dirty="0"/>
              <a:t> </a:t>
            </a:r>
            <a:r>
              <a:rPr lang="en-GB" dirty="0" err="1"/>
              <a:t>התקצירים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המאמרים</a:t>
            </a:r>
            <a:r>
              <a:rPr lang="en-GB" dirty="0"/>
              <a:t>.</a:t>
            </a:r>
          </a:p>
          <a:p>
            <a:pPr lvl="0" algn="r" rtl="1"/>
            <a:r>
              <a:rPr lang="en-GB" b="1" dirty="0" err="1"/>
              <a:t>פרסונליזציה</a:t>
            </a:r>
            <a:r>
              <a:rPr lang="en-GB" b="1" dirty="0"/>
              <a:t> </a:t>
            </a:r>
            <a:r>
              <a:rPr lang="en-GB" b="1" dirty="0" err="1"/>
              <a:t>מתמשכת</a:t>
            </a:r>
            <a:r>
              <a:rPr lang="en-GB" b="1" dirty="0"/>
              <a:t>:</a:t>
            </a:r>
            <a:r>
              <a:rPr lang="en-GB" dirty="0"/>
              <a:t> </a:t>
            </a:r>
            <a:r>
              <a:rPr lang="en-GB" dirty="0" err="1"/>
              <a:t>המערכת</a:t>
            </a:r>
            <a:r>
              <a:rPr lang="en-GB" dirty="0"/>
              <a:t> </a:t>
            </a:r>
            <a:r>
              <a:rPr lang="en-GB" dirty="0" err="1"/>
              <a:t>תלמד</a:t>
            </a:r>
            <a:r>
              <a:rPr lang="en-GB" dirty="0"/>
              <a:t> </a:t>
            </a:r>
            <a:r>
              <a:rPr lang="en-GB" dirty="0" err="1"/>
              <a:t>מההיסטוריה</a:t>
            </a:r>
            <a:r>
              <a:rPr lang="en-GB" dirty="0"/>
              <a:t> </a:t>
            </a:r>
            <a:r>
              <a:rPr lang="en-GB" dirty="0" err="1"/>
              <a:t>של</a:t>
            </a:r>
            <a:r>
              <a:rPr lang="en-GB" dirty="0"/>
              <a:t> </a:t>
            </a:r>
            <a:r>
              <a:rPr lang="en-GB" dirty="0" err="1"/>
              <a:t>המשתמש</a:t>
            </a:r>
            <a:r>
              <a:rPr lang="en-GB" dirty="0"/>
              <a:t> – </a:t>
            </a:r>
            <a:r>
              <a:rPr lang="en-GB" dirty="0" err="1"/>
              <a:t>אילו</a:t>
            </a:r>
            <a:r>
              <a:rPr lang="en-GB" dirty="0"/>
              <a:t> </a:t>
            </a:r>
            <a:r>
              <a:rPr lang="en-GB" dirty="0" err="1"/>
              <a:t>מאמרים</a:t>
            </a:r>
            <a:r>
              <a:rPr lang="en-GB" dirty="0"/>
              <a:t> </a:t>
            </a:r>
            <a:r>
              <a:rPr lang="en-GB" dirty="0" err="1"/>
              <a:t>הוא</a:t>
            </a:r>
            <a:r>
              <a:rPr lang="en-GB" dirty="0"/>
              <a:t> </a:t>
            </a:r>
            <a:r>
              <a:rPr lang="en-GB" dirty="0" err="1"/>
              <a:t>שמר</a:t>
            </a:r>
            <a:r>
              <a:rPr lang="en-GB" dirty="0"/>
              <a:t>, </a:t>
            </a:r>
            <a:r>
              <a:rPr lang="en-GB" dirty="0" err="1"/>
              <a:t>ציטט</a:t>
            </a:r>
            <a:r>
              <a:rPr lang="en-GB" dirty="0"/>
              <a:t> </a:t>
            </a:r>
            <a:r>
              <a:rPr lang="en-GB" dirty="0" err="1"/>
              <a:t>או</a:t>
            </a:r>
            <a:r>
              <a:rPr lang="en-GB" dirty="0"/>
              <a:t> </a:t>
            </a:r>
            <a:r>
              <a:rPr lang="en-GB" dirty="0" err="1"/>
              <a:t>דחה</a:t>
            </a:r>
            <a:r>
              <a:rPr lang="he-IL" dirty="0"/>
              <a:t> על פי הפעולות שלו</a:t>
            </a:r>
            <a:r>
              <a:rPr lang="en-GB" dirty="0"/>
              <a:t>, </a:t>
            </a:r>
            <a:r>
              <a:rPr lang="en-GB" dirty="0" err="1"/>
              <a:t>וכך</a:t>
            </a:r>
            <a:r>
              <a:rPr lang="en-GB" dirty="0"/>
              <a:t> </a:t>
            </a:r>
            <a:r>
              <a:rPr lang="en-GB" dirty="0" err="1"/>
              <a:t>תעדכן</a:t>
            </a:r>
            <a:r>
              <a:rPr lang="en-GB" dirty="0"/>
              <a:t> </a:t>
            </a:r>
            <a:r>
              <a:rPr lang="en-GB" dirty="0" err="1"/>
              <a:t>את</a:t>
            </a:r>
            <a:r>
              <a:rPr lang="en-GB" dirty="0"/>
              <a:t> </a:t>
            </a:r>
            <a:r>
              <a:rPr lang="en-GB" dirty="0" err="1"/>
              <a:t>פרופיל</a:t>
            </a:r>
            <a:r>
              <a:rPr lang="en-GB" dirty="0"/>
              <a:t> </a:t>
            </a:r>
            <a:r>
              <a:rPr lang="en-GB" dirty="0" err="1"/>
              <a:t>תחומי</a:t>
            </a:r>
            <a:r>
              <a:rPr lang="en-GB" dirty="0"/>
              <a:t> </a:t>
            </a:r>
            <a:r>
              <a:rPr lang="en-GB" dirty="0" err="1"/>
              <a:t>העניין</a:t>
            </a:r>
            <a:r>
              <a:rPr lang="en-GB" dirty="0"/>
              <a:t> </a:t>
            </a:r>
            <a:r>
              <a:rPr lang="en-GB" dirty="0" err="1"/>
              <a:t>שלו</a:t>
            </a:r>
            <a:r>
              <a:rPr lang="en-GB" dirty="0"/>
              <a:t> </a:t>
            </a:r>
            <a:r>
              <a:rPr lang="en-GB" dirty="0" err="1"/>
              <a:t>כדי</a:t>
            </a:r>
            <a:r>
              <a:rPr lang="en-GB" dirty="0"/>
              <a:t> </a:t>
            </a:r>
            <a:r>
              <a:rPr lang="en-GB" dirty="0" err="1"/>
              <a:t>לשפר</a:t>
            </a:r>
            <a:r>
              <a:rPr lang="en-GB" dirty="0"/>
              <a:t> </a:t>
            </a:r>
            <a:r>
              <a:rPr lang="en-GB" dirty="0" err="1"/>
              <a:t>המלצות</a:t>
            </a:r>
            <a:r>
              <a:rPr lang="en-GB" dirty="0"/>
              <a:t> </a:t>
            </a:r>
            <a:r>
              <a:rPr lang="en-GB" dirty="0" err="1"/>
              <a:t>עתידיות</a:t>
            </a:r>
            <a:r>
              <a:rPr lang="he-IL" dirty="0"/>
              <a:t> לפרוייקט ספציפי זה, וילמד איזה המלצות לתת לאחרים בעתיד</a:t>
            </a:r>
            <a:r>
              <a:rPr lang="en-GB" dirty="0"/>
              <a:t>.</a:t>
            </a:r>
          </a:p>
          <a:p>
            <a:pPr algn="r" rt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9342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68566-4A0F-92C8-FB56-F8BB8857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ערכת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המלצות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חכמה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לתחליפי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מזון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בריאים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E5FF3C-58E1-7F60-4C56-026B328279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הבעיה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חוסר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מלאי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של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מוצרים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ספציפיים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בסופרמרקט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עניין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לשפר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סל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הקניות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מבחינה בריאותית.</a:t>
            </a:r>
          </a:p>
          <a:p>
            <a:pPr lvl="0" algn="r" rtl="1"/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הפתרון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אפליקציה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נגישה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לשימוש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בבית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בתכנון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הקניות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פיזית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בסופר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המקבלת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מוצר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קיים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וממליצה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על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התחליף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האופטימלי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0" algn="r" rtl="1"/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הערך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b="1" dirty="0" err="1">
                <a:latin typeface="Arial" panose="020B0604020202020204" pitchFamily="34" charset="0"/>
                <a:cs typeface="Arial" panose="020B0604020202020204" pitchFamily="34" charset="0"/>
              </a:rPr>
              <a:t>המוסף</a:t>
            </a:r>
            <a:r>
              <a:rPr lang="en-GB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קבלת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החלטות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צרכניות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חכמות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יותר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עמידה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ביעדים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תזונתיים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כמו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צריכת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חלבון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סיבים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תזונתיים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או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עמידה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ביעדי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קלוריות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וחיסכון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latin typeface="Arial" panose="020B0604020202020204" pitchFamily="34" charset="0"/>
                <a:cs typeface="Arial" panose="020B0604020202020204" pitchFamily="34" charset="0"/>
              </a:rPr>
              <a:t>בזמן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algn="r" rtl="1"/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9864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98A786-D87E-095A-07C8-6E5D0DF5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9F721E-65BD-F7CA-F2B8-3A95581AD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cs typeface="+mn-cs"/>
              </a:rPr>
              <a:t>מנגנון ההמלצה</a:t>
            </a:r>
            <a:endParaRPr lang="en-GB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31FDB-DB6F-07AC-EE79-44C2050586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b="1" dirty="0"/>
              <a:t>סינון מבוסס אילוצים: </a:t>
            </a:r>
            <a:r>
              <a:rPr lang="he-IL" dirty="0"/>
              <a:t>המערכת תפעיל תחילה סינון קשיח כדי למנוע "סטיות קטגוריה".</a:t>
            </a:r>
          </a:p>
          <a:p>
            <a:pPr algn="r" rtl="1"/>
            <a:r>
              <a:rPr lang="he-IL" b="1" dirty="0"/>
              <a:t>מנוע המלצה מבוסס תוכן: </a:t>
            </a:r>
            <a:r>
              <a:rPr lang="he-IL" dirty="0"/>
              <a:t>ייצוג כל מוצר כווקטור תכונות הכולל ערכים תזונתיים (קלוריות, פחמימות, חלבונים), מחיר ורכיבים.</a:t>
            </a:r>
          </a:p>
          <a:p>
            <a:pPr algn="r" rtl="1"/>
            <a:r>
              <a:rPr lang="he-IL" b="1" dirty="0"/>
              <a:t>חישוב דמיון: </a:t>
            </a:r>
            <a:r>
              <a:rPr lang="he-IL" dirty="0"/>
              <a:t>נחשב את הדימיון בין המוצרים ונציע ללקוח את הדברים שהכי קרובים אליהם ועונים על הצרכים שלהם.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01190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</TotalTime>
  <Words>633</Words>
  <Application>Microsoft Office PowerPoint</Application>
  <PresentationFormat>Widescreen</PresentationFormat>
  <Paragraphs>34</Paragraphs>
  <Slides>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PowerPoint Presentation</vt:lpstr>
      <vt:lpstr>מנוע ההמלצה וצ'אטבוט מלווה </vt:lpstr>
      <vt:lpstr>2. מעבר דירות - תיאור המערכת והצורך </vt:lpstr>
      <vt:lpstr>מנגנון ההמלצה והפרסונליזציה</vt:lpstr>
      <vt:lpstr>3. מערכת המלצה למאמרים אקדמיים</vt:lpstr>
      <vt:lpstr>מנגנון</vt:lpstr>
      <vt:lpstr>מערכת המלצות חכמה לתחליפי מזון בריאים</vt:lpstr>
      <vt:lpstr>מנגנון ההמלצה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Lana Ashmuz</dc:creator>
  <cp:lastModifiedBy>Lana Ashmuz</cp:lastModifiedBy>
  <cp:revision>3</cp:revision>
  <dcterms:created xsi:type="dcterms:W3CDTF">2026-10-18T12:59:59Z</dcterms:created>
  <dcterms:modified xsi:type="dcterms:W3CDTF">2026-10-18T14:15:53Z</dcterms:modified>
</cp:coreProperties>
</file>