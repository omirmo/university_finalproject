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7" r:id="rId2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84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41A32B-4159-4969-A31D-85EF492DACFA}" type="datetimeFigureOut">
              <a:rPr lang="en-GB" smtClean="0"/>
              <a:t>18/10/2026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58B8ED-6AAC-44F7-8914-74B74794D5B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309881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6" name="Google Shape;96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68BBE-24EC-E3F9-8FB8-F6F294E7B0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EBFCD19-0203-6F0C-96B2-A65FABC41C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04A313-947F-BC65-BBC1-EB744F66C4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5164D4-6244-461E-86B8-0564CCBE105E}" type="datetimeFigureOut">
              <a:rPr lang="en-GB" smtClean="0"/>
              <a:t>18/10/2026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1C6105-C255-5A0C-BD2B-2E7072DAE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9A9EB7-0CCA-8D11-C6D7-8FF9815C9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83FFC-CF20-42B3-B030-38CF89C61C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56878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BC1714-35D4-3D85-E565-EB09C57B68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2695C8-D4CC-8881-6934-4951FA19F8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972964-7B7A-EC45-1D67-B0C04737F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5164D4-6244-461E-86B8-0564CCBE105E}" type="datetimeFigureOut">
              <a:rPr lang="en-GB" smtClean="0"/>
              <a:t>18/10/2026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D14749-C7B4-B6E9-B543-8EEAF78EF6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F8065C-6653-BF85-08F7-1108F5C04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83FFC-CF20-42B3-B030-38CF89C61C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7775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65F4C-A057-CC1A-D74A-93CD9EEB37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04B3D9-FE10-F9AE-DD30-2E43C5CD2C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E22FCE-31E1-9767-21BE-271AC5279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5164D4-6244-461E-86B8-0564CCBE105E}" type="datetimeFigureOut">
              <a:rPr lang="en-GB" smtClean="0"/>
              <a:t>18/10/2026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C2CCDE-3E93-A059-37D3-9169BA3D1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DF5D12-9093-6FA6-A454-513397674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83FFC-CF20-42B3-B030-38CF89C61C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43457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70551-736D-19B6-8C56-ED2D407F6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FA0414-03D1-807C-8E18-F64BBE9FD1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93A473-65DC-E5A6-7059-6917769E33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5B20B8-97B2-46A3-FE42-A5AB9D3DC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5164D4-6244-461E-86B8-0564CCBE105E}" type="datetimeFigureOut">
              <a:rPr lang="en-GB" smtClean="0"/>
              <a:t>18/10/2026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0F2074-ACAE-65BC-DFD4-A415B897D7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D89574-3771-9249-5665-E6737FADA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83FFC-CF20-42B3-B030-38CF89C61C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60734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448FD-C2D5-A600-1B65-B7840AFF9D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119441-C5A8-03D4-61C9-75FF3FE915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F60D00-27DE-A7B7-8556-C5F24C534A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2BB40A-1E1B-1629-801B-27D0E13433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421B04E-7CC7-2018-FE34-8256D40BA4B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39DB19-3178-D9B7-CEEB-3BA0DDE6F2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5164D4-6244-461E-86B8-0564CCBE105E}" type="datetimeFigureOut">
              <a:rPr lang="en-GB" smtClean="0"/>
              <a:t>18/10/2026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D05FAD-07F5-B82E-D241-46C17A69A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05B54AA-FC8E-7F35-0F70-BC40D8B542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83FFC-CF20-42B3-B030-38CF89C61C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62321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43343B-3327-3847-ED06-4FAB34DCE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D981B8-BAB8-4960-98A2-4084CE8E70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5164D4-6244-461E-86B8-0564CCBE105E}" type="datetimeFigureOut">
              <a:rPr lang="en-GB" smtClean="0"/>
              <a:t>18/10/2026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1AF58-3C00-EA0B-6772-3CF0804206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7C021A-2560-D23D-EE72-BA38C996F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83FFC-CF20-42B3-B030-38CF89C61C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6707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2956DED-A5C9-421B-53A9-55E69388E9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5164D4-6244-461E-86B8-0564CCBE105E}" type="datetimeFigureOut">
              <a:rPr lang="en-GB" smtClean="0"/>
              <a:t>18/10/2026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544B36-5FE6-CF06-CDB9-6A4E4A028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06D328-2991-D86E-A829-D6E2F21CF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83FFC-CF20-42B3-B030-38CF89C61C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0795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C496A-7E94-BA96-8BD4-180C15F067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EED7FC-A67E-1DAD-B7FD-084B1AD58C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F66578-A9FA-9B57-9988-B82B31A591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674BFA-9B7E-D02F-98BC-A32C5FD19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5164D4-6244-461E-86B8-0564CCBE105E}" type="datetimeFigureOut">
              <a:rPr lang="en-GB" smtClean="0"/>
              <a:t>18/10/2026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4EA658-3763-CE96-F484-1A7267F70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DB107B-6B5C-C6CB-7776-83839ECEB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83FFC-CF20-42B3-B030-38CF89C61C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62653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734EE2-6CFF-3089-4503-E80679FA4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96B1825-2042-5CA7-5873-7A0DA943C41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D20B37-CB7A-5A80-00B2-5A47B34E0B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284343-01D8-0D2A-D06E-5C39E9F6B3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5164D4-6244-461E-86B8-0564CCBE105E}" type="datetimeFigureOut">
              <a:rPr lang="en-GB" smtClean="0"/>
              <a:t>18/10/2026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190C1B-1330-6F98-D449-059AFBBD51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DEABF8-D856-12D7-4BC7-AB9F4E5DE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83FFC-CF20-42B3-B030-38CF89C61C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72019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2BC43E-8151-DD97-3C1D-E2F2092B4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2FA497-C45D-E970-5898-49FDD3968C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4C476C-8B6C-F69E-E312-719CA83C73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5164D4-6244-461E-86B8-0564CCBE105E}" type="datetimeFigureOut">
              <a:rPr lang="en-GB" smtClean="0"/>
              <a:t>18/10/2026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FCA000-13AC-3A11-54A3-8C73E8B0E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B9F78D-7772-B85B-0E2B-2190C399D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83FFC-CF20-42B3-B030-38CF89C61C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61365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30B578C-9646-6023-EDA4-6037D85293D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644A14-8728-0A2A-5C52-933AEC3BB2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101E83-0A91-2445-3197-05E6B124A4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5164D4-6244-461E-86B8-0564CCBE105E}" type="datetimeFigureOut">
              <a:rPr lang="en-GB" smtClean="0"/>
              <a:t>18/10/2026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803D79-D6B9-D850-06C8-BC79C4A5F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A9D8DC-2B81-CDA1-A75A-5421E8AF3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83FFC-CF20-42B3-B030-38CF89C61C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23745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57B30E9-6667-A8CA-4DB5-1955DBA732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D2CB25-4EC6-C792-71A5-D436CAB070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6DE13-23AE-F1AB-20FC-F380C8A635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5164D4-6244-461E-86B8-0564CCBE105E}" type="datetimeFigureOut">
              <a:rPr lang="en-GB" smtClean="0"/>
              <a:t>18/10/2026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023891-27F9-6FB1-DDCC-A2850A4985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162B27-E3D9-3796-5787-B9A257C11C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183FFC-CF20-42B3-B030-38CF89C61C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20988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"/>
          <p:cNvSpPr/>
          <p:nvPr/>
        </p:nvSpPr>
        <p:spPr>
          <a:xfrm>
            <a:off x="-1" y="0"/>
            <a:ext cx="12188952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0" name="Google Shape;100;p2" descr="1,821,795 Tree Sunlight Nature Stock Photos - Free &amp; Royalty-Free Stock  Photos from Dreamstime"/>
          <p:cNvPicPr preferRelativeResize="0"/>
          <p:nvPr/>
        </p:nvPicPr>
        <p:blipFill rotWithShape="1">
          <a:blip r:embed="rId3">
            <a:alphaModFix/>
          </a:blip>
          <a:srcRect l="2677" r="3205" b="-1"/>
          <a:stretch/>
        </p:blipFill>
        <p:spPr>
          <a:xfrm>
            <a:off x="1" y="10"/>
            <a:ext cx="9669642" cy="685799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2"/>
          <p:cNvSpPr/>
          <p:nvPr/>
        </p:nvSpPr>
        <p:spPr>
          <a:xfrm>
            <a:off x="-51758" y="0"/>
            <a:ext cx="12188951" cy="6858001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2"/>
          <p:cNvSpPr/>
          <p:nvPr/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0">
                <a:srgbClr val="FFFFFF">
                  <a:alpha val="0"/>
                </a:srgbClr>
              </a:gs>
              <a:gs pos="19000">
                <a:srgbClr val="FFFFFF">
                  <a:alpha val="37647"/>
                </a:srgbClr>
              </a:gs>
              <a:gs pos="35000">
                <a:srgbClr val="FFFFFF">
                  <a:alpha val="76862"/>
                </a:srgbClr>
              </a:gs>
              <a:gs pos="48000">
                <a:schemeClr val="lt1"/>
              </a:gs>
              <a:gs pos="100000">
                <a:schemeClr val="lt1"/>
              </a:gs>
            </a:gsLst>
            <a:lin ang="10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2"/>
          <p:cNvSpPr/>
          <p:nvPr/>
        </p:nvSpPr>
        <p:spPr>
          <a:xfrm>
            <a:off x="3338286" y="162875"/>
            <a:ext cx="8739664" cy="1491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Grave Matters</a:t>
            </a:r>
            <a:endParaRPr sz="5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2"/>
          <p:cNvSpPr/>
          <p:nvPr/>
        </p:nvSpPr>
        <p:spPr>
          <a:xfrm>
            <a:off x="864158" y="1242204"/>
            <a:ext cx="11265549" cy="5303397"/>
          </a:xfrm>
          <a:prstGeom prst="roundRect">
            <a:avLst>
              <a:gd name="adj" fmla="val 16667"/>
            </a:avLst>
          </a:prstGeom>
          <a:solidFill>
            <a:srgbClr val="FFFFFF">
              <a:alpha val="24705"/>
            </a:srgbClr>
          </a:solidFill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r" rt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</a:pPr>
            <a:r>
              <a:rPr lang="en-US" sz="204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Catchphrase: all grieve no work</a:t>
            </a:r>
            <a:endParaRPr dirty="0"/>
          </a:p>
          <a:p>
            <a:pPr marL="0" marR="0" lvl="0" indent="0" algn="r" rtl="1">
              <a:lnSpc>
                <a:spcPct val="8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</a:pPr>
            <a:r>
              <a:rPr lang="en-US" sz="2040" b="1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הגדרת</a:t>
            </a:r>
            <a:r>
              <a:rPr lang="en-US" sz="204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40" b="1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העסק</a:t>
            </a:r>
            <a:r>
              <a:rPr lang="en-US" sz="204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en-US" sz="204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Marketplace concentrator </a:t>
            </a:r>
            <a:br>
              <a:rPr lang="en-US" sz="204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04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מטרת</a:t>
            </a:r>
            <a:r>
              <a:rPr lang="en-US" sz="204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4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העסק</a:t>
            </a:r>
            <a:r>
              <a:rPr lang="en-US" sz="204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4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היא</a:t>
            </a:r>
            <a:r>
              <a:rPr lang="en-US" sz="204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4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להקל</a:t>
            </a:r>
            <a:r>
              <a:rPr lang="en-US" sz="204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4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על</a:t>
            </a:r>
            <a:r>
              <a:rPr lang="en-US" sz="204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4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אנשים</a:t>
            </a:r>
            <a:r>
              <a:rPr lang="en-US" sz="204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4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בעת</a:t>
            </a:r>
            <a:r>
              <a:rPr lang="en-US" sz="204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4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מקר</a:t>
            </a:r>
            <a:r>
              <a:rPr lang="en-US" sz="204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204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באמצעות</a:t>
            </a:r>
            <a:r>
              <a:rPr lang="en-US" sz="204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4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אתר</a:t>
            </a:r>
            <a:r>
              <a:rPr lang="en-US" sz="204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4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המרכז</a:t>
            </a:r>
            <a:r>
              <a:rPr lang="en-US" sz="204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4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את</a:t>
            </a:r>
            <a:r>
              <a:rPr lang="en-US" sz="204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4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המשימות</a:t>
            </a:r>
            <a:r>
              <a:rPr lang="en-US" sz="204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4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הבירוקרטיות</a:t>
            </a:r>
            <a:r>
              <a:rPr lang="en-US" sz="204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4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שנדרש</a:t>
            </a:r>
            <a:r>
              <a:rPr lang="en-US" sz="204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4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לבצע</a:t>
            </a:r>
            <a:r>
              <a:rPr lang="en-US" sz="204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he-IL" sz="204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בעת אובדן </a:t>
            </a:r>
            <a:r>
              <a:rPr lang="en-US" sz="204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ואת</a:t>
            </a:r>
            <a:r>
              <a:rPr lang="en-US" sz="204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4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מגוון</a:t>
            </a:r>
            <a:r>
              <a:rPr lang="en-US" sz="204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4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השירותים</a:t>
            </a:r>
            <a:r>
              <a:rPr lang="en-US" sz="204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4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האפשריים</a:t>
            </a:r>
            <a:r>
              <a:rPr lang="en-US" sz="204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4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הנהוגים</a:t>
            </a:r>
            <a:r>
              <a:rPr lang="en-US" sz="204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4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במקרים</a:t>
            </a:r>
            <a:r>
              <a:rPr lang="en-US" sz="204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4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אלו</a:t>
            </a:r>
            <a:r>
              <a:rPr lang="en-US" sz="204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204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תוך</a:t>
            </a:r>
            <a:r>
              <a:rPr lang="en-US" sz="204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4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כדי</a:t>
            </a:r>
            <a:r>
              <a:rPr lang="en-US" sz="204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4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התאמה</a:t>
            </a:r>
            <a:r>
              <a:rPr lang="en-US" sz="204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4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אישית</a:t>
            </a:r>
            <a:r>
              <a:rPr lang="en-US" sz="204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4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לאמונתו</a:t>
            </a:r>
            <a:r>
              <a:rPr lang="en-US" sz="204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4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רצונו</a:t>
            </a:r>
            <a:r>
              <a:rPr lang="en-US" sz="204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he-IL" sz="204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ותקציבו </a:t>
            </a:r>
            <a:r>
              <a:rPr lang="en-US" sz="204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של</a:t>
            </a:r>
            <a:r>
              <a:rPr lang="en-US" sz="204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4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המשתמש</a:t>
            </a:r>
            <a:r>
              <a:rPr lang="en-US" sz="204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lang="he-IL" sz="204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r" rtl="1">
              <a:lnSpc>
                <a:spcPct val="8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</a:pPr>
            <a:r>
              <a:rPr lang="he-IL" sz="204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מנוע המלצה עפ טופס ראשוני שהלקוח מילא והתאמה חזקה יותר תוך כדי מעבר בין פריטים </a:t>
            </a:r>
          </a:p>
          <a:p>
            <a:pPr marL="0" marR="0" lvl="0" indent="0" algn="r" rtl="1">
              <a:lnSpc>
                <a:spcPct val="8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</a:pPr>
            <a:r>
              <a:rPr lang="he-IL" sz="204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עם  צאט המלווה את הלקוח תוך כדי הפרוצדורה עם הצעות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B6A74-CB13-E7A1-E01E-0BEC61726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he-IL" dirty="0"/>
              <a:t>מעבר דירות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0C5228-3574-18D7-F2A6-408BB404E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r" rtl="1"/>
            <a:r>
              <a:rPr lang="he-IL" dirty="0"/>
              <a:t>מדרג</a:t>
            </a:r>
          </a:p>
          <a:p>
            <a:pPr algn="r" rtl="1"/>
            <a:r>
              <a:rPr lang="he-IL"/>
              <a:t>צאטבוט שעוזר למצוא את א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815053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86</Words>
  <Application>Microsoft Office PowerPoint</Application>
  <PresentationFormat>Widescreen</PresentationFormat>
  <Paragraphs>9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Office Theme</vt:lpstr>
      <vt:lpstr>PowerPoint Presentation</vt:lpstr>
      <vt:lpstr>מעבר דירות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Lana Ashmuz</dc:creator>
  <cp:lastModifiedBy>Lana Ashmuz</cp:lastModifiedBy>
  <cp:revision>1</cp:revision>
  <dcterms:created xsi:type="dcterms:W3CDTF">2026-10-18T12:59:59Z</dcterms:created>
  <dcterms:modified xsi:type="dcterms:W3CDTF">2026-10-18T13:07:43Z</dcterms:modified>
</cp:coreProperties>
</file>